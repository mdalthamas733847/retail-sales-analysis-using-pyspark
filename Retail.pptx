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8" r:id="rId3"/>
  </p:sldMasterIdLst>
  <p:notesMasterIdLst>
    <p:notesMasterId r:id="rId20"/>
  </p:notesMasterIdLst>
  <p:sldIdLst>
    <p:sldId id="256" r:id="rId4"/>
    <p:sldId id="275" r:id="rId5"/>
    <p:sldId id="257" r:id="rId6"/>
    <p:sldId id="290" r:id="rId7"/>
    <p:sldId id="259" r:id="rId8"/>
    <p:sldId id="262" r:id="rId9"/>
    <p:sldId id="261" r:id="rId10"/>
    <p:sldId id="269" r:id="rId11"/>
    <p:sldId id="292" r:id="rId12"/>
    <p:sldId id="270" r:id="rId13"/>
    <p:sldId id="276" r:id="rId14"/>
    <p:sldId id="288" r:id="rId15"/>
    <p:sldId id="287" r:id="rId16"/>
    <p:sldId id="271" r:id="rId17"/>
    <p:sldId id="291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35" userDrawn="1">
          <p15:clr>
            <a:srgbClr val="A4A3A4"/>
          </p15:clr>
        </p15:guide>
        <p15:guide id="4" pos="73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783"/>
    <a:srgbClr val="097F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65"/>
    <p:restoredTop sz="94626"/>
  </p:normalViewPr>
  <p:slideViewPr>
    <p:cSldViewPr snapToGrid="0" snapToObjects="1" showGuides="1">
      <p:cViewPr varScale="1">
        <p:scale>
          <a:sx n="67" d="100"/>
          <a:sy n="67" d="100"/>
        </p:scale>
        <p:origin x="954" y="48"/>
      </p:cViewPr>
      <p:guideLst>
        <p:guide orient="horz" pos="2200"/>
        <p:guide pos="3840"/>
        <p:guide pos="335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499BB-23DF-A04B-A006-E4352A34EB0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52418-CEC9-AD41-8D78-31D2969991F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white text&#10;&#10;AI-generated content may be incorrect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4400" y="823238"/>
            <a:ext cx="3980362" cy="159799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4786733" y="6301409"/>
            <a:ext cx="2335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#EducateToEnterprise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515936" y="724619"/>
            <a:ext cx="11160127" cy="4589253"/>
            <a:chOff x="515936" y="724619"/>
            <a:chExt cx="11160127" cy="4589253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515938" y="724619"/>
              <a:ext cx="1116012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515938" y="724619"/>
              <a:ext cx="0" cy="4589253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515936" y="724619"/>
              <a:ext cx="2398143" cy="2398143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7901796" y="1723292"/>
            <a:ext cx="3774266" cy="4679664"/>
          </a:xfrm>
          <a:prstGeom prst="roundRect">
            <a:avLst>
              <a:gd name="adj" fmla="val 3688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515938" y="1376578"/>
            <a:ext cx="421133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background with white text&#10;&#10;AI-generated content may be incorrect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2263" y="96970"/>
            <a:ext cx="1760684" cy="706860"/>
          </a:xfrm>
          <a:prstGeom prst="rect">
            <a:avLst/>
          </a:prstGeom>
        </p:spPr>
      </p:pic>
      <p:sp>
        <p:nvSpPr>
          <p:cNvPr id="8" name="Google Shape;125;p30"/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2">
                    <a:lumMod val="90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2">
                  <a:lumMod val="90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7901796" y="455044"/>
            <a:ext cx="3774266" cy="5947912"/>
          </a:xfrm>
          <a:prstGeom prst="roundRect">
            <a:avLst>
              <a:gd name="adj" fmla="val 3688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515938" y="1376578"/>
            <a:ext cx="421133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564" y="101614"/>
            <a:ext cx="1763782" cy="706859"/>
          </a:xfrm>
          <a:prstGeom prst="rect">
            <a:avLst/>
          </a:prstGeom>
        </p:spPr>
      </p:pic>
      <p:sp>
        <p:nvSpPr>
          <p:cNvPr id="3" name="Google Shape;125;p30"/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515938" y="624840"/>
            <a:ext cx="4056062" cy="5608320"/>
          </a:xfrm>
          <a:prstGeom prst="roundRect">
            <a:avLst>
              <a:gd name="adj" fmla="val 3688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5" name="Picture 4" descr="A black background with white text&#10;&#10;AI-generated content may be incorrect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2263" y="96970"/>
            <a:ext cx="1760684" cy="706860"/>
          </a:xfrm>
          <a:prstGeom prst="rect">
            <a:avLst/>
          </a:prstGeom>
        </p:spPr>
      </p:pic>
      <p:sp>
        <p:nvSpPr>
          <p:cNvPr id="7" name="Google Shape;125;p30"/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-281556" y="3019894"/>
            <a:ext cx="4190060" cy="3838106"/>
          </a:xfrm>
          <a:prstGeom prst="round2SameRect">
            <a:avLst>
              <a:gd name="adj1" fmla="val 4464"/>
              <a:gd name="adj2" fmla="val 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564" y="101614"/>
            <a:ext cx="1763782" cy="706859"/>
          </a:xfrm>
          <a:prstGeom prst="rect">
            <a:avLst/>
          </a:prstGeom>
        </p:spPr>
      </p:pic>
      <p:sp>
        <p:nvSpPr>
          <p:cNvPr id="5" name="Google Shape;125;p30"/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6929621" y="1388526"/>
            <a:ext cx="4746441" cy="4257625"/>
          </a:xfrm>
          <a:prstGeom prst="round2SameRect">
            <a:avLst>
              <a:gd name="adj1" fmla="val 0"/>
              <a:gd name="adj2" fmla="val 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564" y="101614"/>
            <a:ext cx="1763782" cy="706859"/>
          </a:xfrm>
          <a:prstGeom prst="rect">
            <a:avLst/>
          </a:prstGeom>
        </p:spPr>
      </p:pic>
      <p:sp>
        <p:nvSpPr>
          <p:cNvPr id="5" name="Google Shape;125;p30"/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1600201"/>
            <a:ext cx="12192000" cy="2680636"/>
          </a:xfrm>
          <a:prstGeom prst="round2SameRect">
            <a:avLst>
              <a:gd name="adj1" fmla="val 0"/>
              <a:gd name="adj2" fmla="val 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5" name="Picture 4" descr="A black background with white text&#10;&#10;AI-generated content may be incorrect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2263" y="96970"/>
            <a:ext cx="1760684" cy="706860"/>
          </a:xfrm>
          <a:prstGeom prst="rect">
            <a:avLst/>
          </a:prstGeom>
        </p:spPr>
      </p:pic>
      <p:sp>
        <p:nvSpPr>
          <p:cNvPr id="8" name="Google Shape;125;p30"/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312977" y="2020452"/>
            <a:ext cx="6250430" cy="3177713"/>
          </a:xfrm>
          <a:prstGeom prst="round2SameRect">
            <a:avLst>
              <a:gd name="adj1" fmla="val 6096"/>
              <a:gd name="adj2" fmla="val 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564" y="101614"/>
            <a:ext cx="1763782" cy="706859"/>
          </a:xfrm>
          <a:prstGeom prst="rect">
            <a:avLst/>
          </a:prstGeom>
        </p:spPr>
      </p:pic>
      <p:sp>
        <p:nvSpPr>
          <p:cNvPr id="5" name="Google Shape;125;p30"/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515937" y="1124743"/>
            <a:ext cx="6295409" cy="3320897"/>
          </a:xfrm>
          <a:prstGeom prst="roundRect">
            <a:avLst>
              <a:gd name="adj" fmla="val 3688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564" y="101614"/>
            <a:ext cx="1763782" cy="706859"/>
          </a:xfrm>
          <a:prstGeom prst="rect">
            <a:avLst/>
          </a:prstGeom>
        </p:spPr>
      </p:pic>
      <p:sp>
        <p:nvSpPr>
          <p:cNvPr id="5" name="Google Shape;125;p30"/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white text&#10;&#10;AI-generated content may be incorrect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4400" y="823238"/>
            <a:ext cx="3980362" cy="159799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4786733" y="6301409"/>
            <a:ext cx="2335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#EducateToEnterprise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515936" y="724619"/>
            <a:ext cx="11160127" cy="4589253"/>
            <a:chOff x="515936" y="724619"/>
            <a:chExt cx="11160127" cy="4589253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515938" y="724619"/>
              <a:ext cx="1116012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515938" y="724619"/>
              <a:ext cx="0" cy="4589253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515936" y="724619"/>
              <a:ext cx="2398143" cy="2398143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7901796" y="1723292"/>
            <a:ext cx="3774266" cy="4679664"/>
          </a:xfrm>
          <a:prstGeom prst="roundRect">
            <a:avLst>
              <a:gd name="adj" fmla="val 3688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515938" y="1376578"/>
            <a:ext cx="421133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background with white text&#10;&#10;AI-generated content may be incorrect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2263" y="96970"/>
            <a:ext cx="1760684" cy="706860"/>
          </a:xfrm>
          <a:prstGeom prst="rect">
            <a:avLst/>
          </a:prstGeom>
        </p:spPr>
      </p:pic>
      <p:sp>
        <p:nvSpPr>
          <p:cNvPr id="8" name="Google Shape;125;p30"/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2">
                    <a:lumMod val="90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2">
                  <a:lumMod val="90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7901796" y="455044"/>
            <a:ext cx="3774266" cy="5947912"/>
          </a:xfrm>
          <a:prstGeom prst="roundRect">
            <a:avLst>
              <a:gd name="adj" fmla="val 3688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515938" y="1376578"/>
            <a:ext cx="421133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564" y="101614"/>
            <a:ext cx="1763782" cy="706859"/>
          </a:xfrm>
          <a:prstGeom prst="rect">
            <a:avLst/>
          </a:prstGeom>
        </p:spPr>
      </p:pic>
      <p:sp>
        <p:nvSpPr>
          <p:cNvPr id="3" name="Google Shape;125;p30"/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515938" y="624840"/>
            <a:ext cx="4056062" cy="5608320"/>
          </a:xfrm>
          <a:prstGeom prst="roundRect">
            <a:avLst>
              <a:gd name="adj" fmla="val 3688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5" name="Picture 4" descr="A black background with white text&#10;&#10;AI-generated content may be incorrect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2263" y="96970"/>
            <a:ext cx="1760684" cy="706860"/>
          </a:xfrm>
          <a:prstGeom prst="rect">
            <a:avLst/>
          </a:prstGeom>
        </p:spPr>
      </p:pic>
      <p:sp>
        <p:nvSpPr>
          <p:cNvPr id="7" name="Google Shape;125;p30"/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-281556" y="3019894"/>
            <a:ext cx="4190060" cy="3838106"/>
          </a:xfrm>
          <a:prstGeom prst="round2SameRect">
            <a:avLst>
              <a:gd name="adj1" fmla="val 4464"/>
              <a:gd name="adj2" fmla="val 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564" y="101614"/>
            <a:ext cx="1763782" cy="706859"/>
          </a:xfrm>
          <a:prstGeom prst="rect">
            <a:avLst/>
          </a:prstGeom>
        </p:spPr>
      </p:pic>
      <p:sp>
        <p:nvSpPr>
          <p:cNvPr id="5" name="Google Shape;125;p30"/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6929621" y="1388526"/>
            <a:ext cx="4746441" cy="4257625"/>
          </a:xfrm>
          <a:prstGeom prst="round2SameRect">
            <a:avLst>
              <a:gd name="adj1" fmla="val 0"/>
              <a:gd name="adj2" fmla="val 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564" y="101614"/>
            <a:ext cx="1763782" cy="706859"/>
          </a:xfrm>
          <a:prstGeom prst="rect">
            <a:avLst/>
          </a:prstGeom>
        </p:spPr>
      </p:pic>
      <p:sp>
        <p:nvSpPr>
          <p:cNvPr id="5" name="Google Shape;125;p30"/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1600201"/>
            <a:ext cx="12192000" cy="2680636"/>
          </a:xfrm>
          <a:prstGeom prst="round2SameRect">
            <a:avLst>
              <a:gd name="adj1" fmla="val 0"/>
              <a:gd name="adj2" fmla="val 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5" name="Picture 4" descr="A black background with white text&#10;&#10;AI-generated content may be incorrect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2263" y="96970"/>
            <a:ext cx="1760684" cy="706860"/>
          </a:xfrm>
          <a:prstGeom prst="rect">
            <a:avLst/>
          </a:prstGeom>
        </p:spPr>
      </p:pic>
      <p:sp>
        <p:nvSpPr>
          <p:cNvPr id="8" name="Google Shape;125;p30"/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312977" y="2020452"/>
            <a:ext cx="6250430" cy="3177713"/>
          </a:xfrm>
          <a:prstGeom prst="round2SameRect">
            <a:avLst>
              <a:gd name="adj1" fmla="val 6096"/>
              <a:gd name="adj2" fmla="val 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564" y="101614"/>
            <a:ext cx="1763782" cy="706859"/>
          </a:xfrm>
          <a:prstGeom prst="rect">
            <a:avLst/>
          </a:prstGeom>
        </p:spPr>
      </p:pic>
      <p:sp>
        <p:nvSpPr>
          <p:cNvPr id="5" name="Google Shape;125;p30"/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515937" y="1124743"/>
            <a:ext cx="6295409" cy="3320897"/>
          </a:xfrm>
          <a:prstGeom prst="roundRect">
            <a:avLst>
              <a:gd name="adj" fmla="val 3688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564" y="101614"/>
            <a:ext cx="1763782" cy="706859"/>
          </a:xfrm>
          <a:prstGeom prst="rect">
            <a:avLst/>
          </a:prstGeom>
        </p:spPr>
      </p:pic>
      <p:sp>
        <p:nvSpPr>
          <p:cNvPr id="5" name="Google Shape;125;p30"/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71589-2BDF-CB41-A6E5-57492F945B2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078F8-F842-FB4B-9F54-E6C983E097A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71589-2BDF-CB41-A6E5-57492F945B2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078F8-F842-FB4B-9F54-E6C983E097A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6.jpeg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7.jpeg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8" Type="http://schemas.openxmlformats.org/officeDocument/2006/relationships/slideLayout" Target="../slideLayouts/slideLayout9.xml"/><Relationship Id="rId17" Type="http://schemas.openxmlformats.org/officeDocument/2006/relationships/image" Target="../media/image11.png"/><Relationship Id="rId16" Type="http://schemas.openxmlformats.org/officeDocument/2006/relationships/tags" Target="../tags/tag3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tags" Target="../tags/tag2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8" Type="http://schemas.openxmlformats.org/officeDocument/2006/relationships/slideLayout" Target="../slideLayouts/slideLayout9.xml"/><Relationship Id="rId17" Type="http://schemas.openxmlformats.org/officeDocument/2006/relationships/image" Target="../media/image12.png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tags" Target="../tags/tag3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4.png"/><Relationship Id="rId2" Type="http://schemas.openxmlformats.org/officeDocument/2006/relationships/tags" Target="../tags/tag55.xml"/><Relationship Id="rId1" Type="http://schemas.openxmlformats.org/officeDocument/2006/relationships/tags" Target="../tags/tag5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D8783">
                <a:lumMod val="85000"/>
                <a:lumOff val="15000"/>
              </a:srgbClr>
            </a:gs>
            <a:gs pos="100000">
              <a:srgbClr val="097F8B">
                <a:lumMod val="98000"/>
                <a:lumOff val="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/>
          <p:cNvSpPr txBox="1"/>
          <p:nvPr/>
        </p:nvSpPr>
        <p:spPr>
          <a:xfrm>
            <a:off x="1052831" y="2417217"/>
            <a:ext cx="10086974" cy="17849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/>
              <a:t>Project Name - &lt;&lt;Retail Sales Analysis Using Pyspark&gt;&gt;</a:t>
            </a:r>
            <a:br>
              <a:rPr lang="en-US" sz="5400" dirty="0"/>
            </a:br>
            <a:r>
              <a:rPr lang="en-US" sz="3600" dirty="0"/>
              <a:t>Big Data Analytics Lab-B22EF0505</a:t>
            </a:r>
            <a:endParaRPr lang="en-US" sz="3600" dirty="0">
              <a:solidFill>
                <a:schemeClr val="bg1"/>
              </a:solidFill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9750" y="4587240"/>
            <a:ext cx="4236720" cy="1846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2400" dirty="0">
                <a:solidFill>
                  <a:schemeClr val="bg1"/>
                </a:solidFill>
                <a:effectLst/>
                <a:latin typeface="Glacial Indifference" pitchFamily="2" charset="0"/>
                <a:ea typeface="Open Sans SemiBold" pitchFamily="2" charset="0"/>
                <a:cs typeface="Poppins" pitchFamily="2" charset="77"/>
              </a:rPr>
              <a:t>Presented By :</a:t>
            </a:r>
            <a:endParaRPr lang="en-ID" sz="2400" dirty="0">
              <a:solidFill>
                <a:schemeClr val="bg1"/>
              </a:solidFill>
              <a:effectLst/>
              <a:latin typeface="Glacial Indifference" pitchFamily="2" charset="0"/>
              <a:ea typeface="Open Sans SemiBold" pitchFamily="2" charset="0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</a:rPr>
              <a:t>ALTHAMAS M (R24EF801</a:t>
            </a: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endParaRPr lang="en-US" sz="24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</a:rPr>
              <a:t>  DILEEP KUMAR (R23EF325)</a:t>
            </a:r>
            <a:endParaRPr lang="en-US" sz="24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2400" b="1" dirty="0">
              <a:latin typeface="Times New Roman" panose="02020603050405020304" pitchFamily="18" charset="0"/>
            </a:endParaRPr>
          </a:p>
          <a:p>
            <a:r>
              <a:rPr lang="en-ID" sz="2400" dirty="0">
                <a:solidFill>
                  <a:schemeClr val="bg1"/>
                </a:solidFill>
                <a:effectLst/>
                <a:latin typeface="Glacial Indifference" pitchFamily="2" charset="0"/>
                <a:ea typeface="Open Sans SemiBold" pitchFamily="2" charset="0"/>
                <a:cs typeface="Poppins" pitchFamily="2" charset="77"/>
              </a:rPr>
              <a:t> </a:t>
            </a:r>
            <a:endParaRPr lang="en-ID" sz="2400" dirty="0">
              <a:solidFill>
                <a:schemeClr val="bg1"/>
              </a:solidFill>
              <a:effectLst/>
              <a:latin typeface="Glacial Indifference" pitchFamily="2" charset="0"/>
              <a:ea typeface="Open Sans SemiBold" pitchFamily="2" charset="0"/>
              <a:cs typeface="Poppins" pitchFamily="2" charset="7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42239" y="4587240"/>
            <a:ext cx="3780276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solidFill>
                  <a:schemeClr val="bg1"/>
                </a:solidFill>
                <a:latin typeface="Glacial Indifference" pitchFamily="2" charset="0"/>
                <a:ea typeface="Open Sans SemiBold" pitchFamily="2" charset="0"/>
                <a:cs typeface="Poppins" pitchFamily="2" charset="77"/>
              </a:rPr>
              <a:t>Lab handling Mentor Name:Dr. Anil Sir </a:t>
            </a:r>
            <a:endParaRPr lang="en-US" altLang="en-US" sz="2400" dirty="0">
              <a:solidFill>
                <a:schemeClr val="bg1"/>
              </a:solidFill>
              <a:latin typeface="Glacial Indifference" pitchFamily="2" charset="0"/>
              <a:ea typeface="Open Sans SemiBold" pitchFamily="2" charset="0"/>
              <a:cs typeface="Poppins" pitchFamily="2" charset="77"/>
            </a:endParaRPr>
          </a:p>
        </p:txBody>
      </p:sp>
      <p:sp>
        <p:nvSpPr>
          <p:cNvPr id="9" name="TextBox 8"/>
          <p:cNvSpPr txBox="1"/>
          <p:nvPr/>
        </p:nvSpPr>
        <p:spPr>
          <a:xfrm rot="10800000" flipV="1">
            <a:off x="5206049" y="4940159"/>
            <a:ext cx="2106528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 err="1">
                <a:latin typeface="Times New Roman" panose="02020603050405020304" pitchFamily="18" charset="0"/>
              </a:rPr>
              <a:t>Sem:5th sem’F’ Sec</a:t>
            </a:r>
            <a:endParaRPr lang="en-US" sz="1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D8783">
                <a:lumMod val="85000"/>
                <a:lumOff val="15000"/>
              </a:srgbClr>
            </a:gs>
            <a:gs pos="100000">
              <a:srgbClr val="097F8B">
                <a:lumMod val="98000"/>
                <a:lumOff val="2000"/>
              </a:srgbClr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"/>
          <p:cNvSpPr txBox="1"/>
          <p:nvPr/>
        </p:nvSpPr>
        <p:spPr>
          <a:xfrm>
            <a:off x="515938" y="253426"/>
            <a:ext cx="8438282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solidFill>
                  <a:schemeClr val="bg1"/>
                </a:solidFill>
                <a:latin typeface="Glacial Indifference" pitchFamily="2" charset="0"/>
                <a:ea typeface="Jost" pitchFamily="2" charset="0"/>
                <a:cs typeface="Poppins" pitchFamily="2" charset="77"/>
              </a:rPr>
              <a:t>Table Of Contents</a:t>
            </a:r>
            <a:endParaRPr lang="en-US" sz="6000" dirty="0">
              <a:solidFill>
                <a:schemeClr val="bg1"/>
              </a:solidFill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8143" y="1735747"/>
            <a:ext cx="95893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5400" dirty="0">
                <a:solidFill>
                  <a:schemeClr val="bg1"/>
                </a:solidFill>
                <a:effectLst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01</a:t>
            </a:r>
            <a:endParaRPr lang="en-ID" sz="5400" dirty="0">
              <a:solidFill>
                <a:schemeClr val="bg1"/>
              </a:solidFill>
              <a:effectLst/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40758" y="1856022"/>
            <a:ext cx="21046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US" sz="2800" dirty="0"/>
              <a:t>Abstract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4536055" y="1735747"/>
            <a:ext cx="95893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5400" dirty="0">
                <a:solidFill>
                  <a:schemeClr val="bg1"/>
                </a:solidFill>
                <a:effectLst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02</a:t>
            </a:r>
            <a:endParaRPr lang="en-ID" sz="5400" dirty="0">
              <a:solidFill>
                <a:schemeClr val="bg1"/>
              </a:solidFill>
              <a:effectLst/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538670" y="1856022"/>
            <a:ext cx="21046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dirty="0"/>
              <a:t>Introduction</a:t>
            </a:r>
            <a:endParaRPr 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8361436" y="1735747"/>
            <a:ext cx="95893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5400" dirty="0">
                <a:solidFill>
                  <a:schemeClr val="bg1"/>
                </a:solidFill>
                <a:effectLst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03</a:t>
            </a:r>
            <a:endParaRPr lang="en-ID" sz="5400" dirty="0">
              <a:solidFill>
                <a:schemeClr val="bg1"/>
              </a:solidFill>
              <a:effectLst/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26960" y="1856022"/>
            <a:ext cx="2774527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>
                <a:latin typeface="Glacial Indifference" pitchFamily="2" charset="0"/>
                <a:ea typeface="Jost" pitchFamily="2" charset="0"/>
                <a:cs typeface="Poppins" pitchFamily="2" charset="77"/>
              </a:rPr>
              <a:t>Objectives</a:t>
            </a:r>
            <a:endParaRPr lang="en-US" sz="2400" dirty="0">
              <a:latin typeface="Glacial Indifference" pitchFamily="2" charset="0"/>
              <a:ea typeface="Jost" pitchFamily="2" charset="0"/>
              <a:cs typeface="Poppins" pitchFamily="2" charset="77"/>
            </a:endParaRPr>
          </a:p>
          <a:p>
            <a:pPr lvl="0"/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581529" y="3467662"/>
            <a:ext cx="95893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5400" dirty="0">
                <a:solidFill>
                  <a:schemeClr val="bg1"/>
                </a:solidFill>
                <a:effectLst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04</a:t>
            </a:r>
            <a:endParaRPr lang="en-ID" sz="5400" dirty="0">
              <a:solidFill>
                <a:schemeClr val="bg1"/>
              </a:solidFill>
              <a:effectLst/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97148" y="3758117"/>
            <a:ext cx="256081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US" sz="2400" dirty="0"/>
              <a:t>Literature Review</a:t>
            </a:r>
            <a:endParaRPr lang="en-US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4592141" y="3486712"/>
            <a:ext cx="95893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5400" dirty="0">
                <a:solidFill>
                  <a:schemeClr val="bg1"/>
                </a:solidFill>
                <a:effectLst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05</a:t>
            </a:r>
            <a:endParaRPr lang="en-ID" sz="5400" dirty="0">
              <a:solidFill>
                <a:schemeClr val="bg1"/>
              </a:solidFill>
              <a:effectLst/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17522" y="3525447"/>
            <a:ext cx="95893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5400" dirty="0">
                <a:solidFill>
                  <a:schemeClr val="bg1"/>
                </a:solidFill>
                <a:effectLst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06</a:t>
            </a:r>
            <a:endParaRPr lang="en-ID" sz="5400" dirty="0">
              <a:solidFill>
                <a:schemeClr val="bg1"/>
              </a:solidFill>
              <a:effectLst/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25" name="TextBox 24"/>
          <p:cNvSpPr txBox="1"/>
          <p:nvPr/>
        </p:nvSpPr>
        <p:spPr>
          <a:xfrm rot="10800000" flipV="1">
            <a:off x="4592139" y="5162259"/>
            <a:ext cx="958931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5400" dirty="0">
                <a:solidFill>
                  <a:schemeClr val="bg1"/>
                </a:solidFill>
                <a:effectLst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07</a:t>
            </a:r>
            <a:endParaRPr lang="en-ID" sz="5400" dirty="0">
              <a:solidFill>
                <a:schemeClr val="bg1"/>
              </a:solidFill>
              <a:effectLst/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28" name="TextBox 27"/>
          <p:cNvSpPr txBox="1"/>
          <p:nvPr/>
        </p:nvSpPr>
        <p:spPr>
          <a:xfrm rot="10800000" flipV="1">
            <a:off x="5594120" y="5351566"/>
            <a:ext cx="34885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/>
              <a:t>Conclusions</a:t>
            </a:r>
            <a:endParaRPr lang="en-US" sz="2400" dirty="0"/>
          </a:p>
        </p:txBody>
      </p:sp>
      <p:sp>
        <p:nvSpPr>
          <p:cNvPr id="29" name="TextBox 28"/>
          <p:cNvSpPr txBox="1"/>
          <p:nvPr/>
        </p:nvSpPr>
        <p:spPr>
          <a:xfrm rot="10800000" flipV="1">
            <a:off x="8417522" y="5162259"/>
            <a:ext cx="709438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5400" dirty="0">
                <a:solidFill>
                  <a:schemeClr val="bg1"/>
                </a:solidFill>
                <a:effectLst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08</a:t>
            </a:r>
            <a:endParaRPr lang="en-ID" sz="5400" dirty="0">
              <a:solidFill>
                <a:schemeClr val="bg1"/>
              </a:solidFill>
              <a:effectLst/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364049" y="5425478"/>
            <a:ext cx="246555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/>
              <a:t>References</a:t>
            </a:r>
            <a:endParaRPr lang="en-US" sz="2400" dirty="0"/>
          </a:p>
        </p:txBody>
      </p:sp>
      <p:sp>
        <p:nvSpPr>
          <p:cNvPr id="34" name="TextBox 33"/>
          <p:cNvSpPr txBox="1"/>
          <p:nvPr/>
        </p:nvSpPr>
        <p:spPr>
          <a:xfrm flipH="1">
            <a:off x="9320530" y="3663315"/>
            <a:ext cx="2647315" cy="6934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400" dirty="0"/>
              <a:t>Results and Discussions</a:t>
            </a:r>
            <a:endParaRPr lang="en-US" sz="2400" dirty="0"/>
          </a:p>
        </p:txBody>
      </p:sp>
      <p:sp>
        <p:nvSpPr>
          <p:cNvPr id="35" name="TextBox 34"/>
          <p:cNvSpPr txBox="1"/>
          <p:nvPr/>
        </p:nvSpPr>
        <p:spPr>
          <a:xfrm>
            <a:off x="5681999" y="3758117"/>
            <a:ext cx="240472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US" sz="2400" dirty="0"/>
              <a:t>Methodology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/>
          <p:cNvSpPr txBox="1"/>
          <p:nvPr/>
        </p:nvSpPr>
        <p:spPr>
          <a:xfrm>
            <a:off x="416985" y="409730"/>
            <a:ext cx="5562810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latin typeface="Glacial Indifference" pitchFamily="2" charset="0"/>
                <a:cs typeface="Poppins" pitchFamily="2" charset="77"/>
              </a:rPr>
              <a:t>Abstract</a:t>
            </a:r>
            <a:br>
              <a:rPr lang="en-US" sz="8000" dirty="0"/>
            </a:br>
            <a:endParaRPr lang="en-US" sz="6000" dirty="0"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591905" y="4412542"/>
            <a:ext cx="2091258" cy="44333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4701" y="5769108"/>
            <a:ext cx="1817457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ID" sz="1500" dirty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Highlight Button</a:t>
            </a:r>
            <a:endParaRPr lang="en-US" sz="1500" dirty="0">
              <a:solidFill>
                <a:schemeClr val="bg1"/>
              </a:solidFill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pic>
        <p:nvPicPr>
          <p:cNvPr id="2" name="Picture 1" descr="z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725" y="1442720"/>
            <a:ext cx="10817225" cy="39846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/>
          <p:cNvSpPr txBox="1"/>
          <p:nvPr/>
        </p:nvSpPr>
        <p:spPr>
          <a:xfrm>
            <a:off x="416985" y="466245"/>
            <a:ext cx="5562810" cy="30777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latin typeface="Glacial Indifference" pitchFamily="2" charset="0"/>
                <a:cs typeface="Poppins" pitchFamily="2" charset="77"/>
              </a:rPr>
              <a:t>Introduction</a:t>
            </a:r>
            <a:br>
              <a:rPr lang="en-US" sz="9600" dirty="0"/>
            </a:br>
            <a:br>
              <a:rPr lang="en-US" sz="8000" dirty="0"/>
            </a:br>
            <a:endParaRPr lang="en-US" sz="6000" dirty="0"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03189" y="2735756"/>
            <a:ext cx="5056728" cy="8079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Suspendisse</a:t>
            </a:r>
            <a:r>
              <a:rPr lang="en-ID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 </a:t>
            </a:r>
            <a:r>
              <a:rPr lang="en-ID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interdum</a:t>
            </a:r>
            <a:r>
              <a:rPr lang="en-ID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 </a:t>
            </a:r>
            <a:r>
              <a:rPr lang="en-ID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consectetur</a:t>
            </a:r>
            <a:r>
              <a:rPr lang="en-ID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 libero id </a:t>
            </a:r>
            <a:r>
              <a:rPr lang="en-ID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faucibus</a:t>
            </a:r>
            <a:r>
              <a:rPr lang="en-ID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 </a:t>
            </a:r>
            <a:r>
              <a:rPr lang="en-ID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nisl</a:t>
            </a:r>
            <a:r>
              <a:rPr lang="en-ID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 </a:t>
            </a:r>
            <a:r>
              <a:rPr lang="en-ID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tincidu</a:t>
            </a:r>
            <a:r>
              <a:rPr lang="en-ID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 </a:t>
            </a:r>
            <a:r>
              <a:rPr lang="en-ID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Arcu</a:t>
            </a:r>
            <a:r>
              <a:rPr lang="en-ID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 </a:t>
            </a:r>
            <a:r>
              <a:rPr lang="en-ID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risus</a:t>
            </a:r>
            <a:r>
              <a:rPr lang="en-ID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 </a:t>
            </a:r>
            <a:r>
              <a:rPr lang="en-ID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quvarius</a:t>
            </a:r>
            <a:r>
              <a:rPr lang="en-ID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 qua </a:t>
            </a:r>
            <a:r>
              <a:rPr lang="en-ID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quisque</a:t>
            </a:r>
            <a:r>
              <a:rPr lang="en-ID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 id </a:t>
            </a:r>
            <a:r>
              <a:rPr lang="en-ID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diam</a:t>
            </a:r>
            <a:r>
              <a:rPr lang="en-ID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 vel. </a:t>
            </a:r>
            <a:r>
              <a:rPr lang="en-ID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Volutpat</a:t>
            </a:r>
            <a:r>
              <a:rPr lang="en-ID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 </a:t>
            </a:r>
            <a:r>
              <a:rPr lang="en-ID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Suspendie</a:t>
            </a:r>
            <a:r>
              <a:rPr lang="en-ID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 </a:t>
            </a:r>
            <a:r>
              <a:rPr lang="en-ID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interdum</a:t>
            </a:r>
            <a:r>
              <a:rPr lang="en-ID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 </a:t>
            </a:r>
            <a:r>
              <a:rPr lang="en-ID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consectetur</a:t>
            </a:r>
            <a:r>
              <a:rPr lang="en-ID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 libero id </a:t>
            </a:r>
            <a:r>
              <a:rPr lang="en-ID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faucibus</a:t>
            </a:r>
            <a:r>
              <a:rPr lang="en-ID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 </a:t>
            </a:r>
            <a:r>
              <a:rPr lang="en-ID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nisl</a:t>
            </a:r>
            <a:r>
              <a:rPr lang="en-ID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 </a:t>
            </a:r>
            <a:r>
              <a:rPr lang="en-ID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tincidu</a:t>
            </a:r>
            <a:r>
              <a:rPr lang="en-ID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 </a:t>
            </a:r>
            <a:r>
              <a:rPr lang="en-ID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Arcu</a:t>
            </a:r>
            <a:r>
              <a:rPr lang="en-ID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Roboto Condensed" panose="02000000000000000000" pitchFamily="2" charset="0"/>
                <a:cs typeface="Poppins Light" pitchFamily="2" charset="77"/>
              </a:rPr>
              <a:t> .</a:t>
            </a:r>
            <a:endParaRPr lang="en-ID" sz="1200" dirty="0">
              <a:solidFill>
                <a:schemeClr val="tx1">
                  <a:lumMod val="85000"/>
                  <a:lumOff val="15000"/>
                </a:schemeClr>
              </a:solidFill>
              <a:latin typeface="Glacial Indifference" pitchFamily="2" charset="0"/>
              <a:ea typeface="Inter" panose="020B0502030000000004" pitchFamily="34" charset="0"/>
              <a:cs typeface="Poppins Light" pitchFamily="2" charset="77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322030" y="4714167"/>
            <a:ext cx="2091258" cy="44333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4701" y="4820418"/>
            <a:ext cx="1817457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ID" sz="1500" dirty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Highlight Button</a:t>
            </a:r>
            <a:endParaRPr lang="en-US" sz="1500" dirty="0">
              <a:solidFill>
                <a:schemeClr val="bg1"/>
              </a:solidFill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pic>
        <p:nvPicPr>
          <p:cNvPr id="3" name="Picture Placeholder 2" descr="z2"/>
          <p:cNvPicPr>
            <a:picLocks noChangeAspect="1"/>
          </p:cNvPicPr>
          <p:nvPr>
            <p:ph type="pic" sz="quarter" idx="10"/>
          </p:nvPr>
        </p:nvPicPr>
        <p:blipFill>
          <a:blip r:embed="rId1"/>
          <a:stretch>
            <a:fillRect/>
          </a:stretch>
        </p:blipFill>
        <p:spPr>
          <a:xfrm>
            <a:off x="675640" y="1568450"/>
            <a:ext cx="10840720" cy="41122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533341" y="1005073"/>
            <a:ext cx="713812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latin typeface="Glacial Indifference" pitchFamily="2" charset="0"/>
                <a:ea typeface="Jost" pitchFamily="2" charset="0"/>
                <a:cs typeface="Poppins" pitchFamily="2" charset="77"/>
              </a:rPr>
              <a:t>Objectives</a:t>
            </a:r>
            <a:endParaRPr lang="en-US" sz="6000" dirty="0"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pic>
        <p:nvPicPr>
          <p:cNvPr id="3" name="Picture Placeholder 2" descr="WhatsApp Image 2025-12-02 at 5.01.11 PM"/>
          <p:cNvPicPr>
            <a:picLocks noChangeAspect="1"/>
          </p:cNvPicPr>
          <p:nvPr>
            <p:ph type="pic" sz="quarter" idx="10"/>
          </p:nvPr>
        </p:nvPicPr>
        <p:blipFill>
          <a:blip r:embed="rId1"/>
          <a:stretch>
            <a:fillRect/>
          </a:stretch>
        </p:blipFill>
        <p:spPr>
          <a:xfrm>
            <a:off x="4876165" y="3767455"/>
            <a:ext cx="6953250" cy="3075305"/>
          </a:xfrm>
          <a:prstGeom prst="rect">
            <a:avLst/>
          </a:prstGeom>
        </p:spPr>
      </p:pic>
      <p:sp>
        <p:nvSpPr>
          <p:cNvPr id="6" name="Round Same Side Corner Rectangle 8"/>
          <p:cNvSpPr/>
          <p:nvPr>
            <p:custDataLst>
              <p:tags r:id="rId2"/>
            </p:custDataLst>
          </p:nvPr>
        </p:nvSpPr>
        <p:spPr>
          <a:xfrm>
            <a:off x="293688" y="2183243"/>
            <a:ext cx="3293765" cy="1624068"/>
          </a:xfrm>
          <a:prstGeom prst="round2SameRect">
            <a:avLst>
              <a:gd name="adj1" fmla="val 8420"/>
              <a:gd name="adj2" fmla="val 0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Glacial Indifference" pitchFamily="2" charset="0"/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679605" y="3063034"/>
            <a:ext cx="819397" cy="5537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latin typeface="Glacial Indifference" pitchFamily="2" charset="0"/>
                <a:ea typeface="Jost" pitchFamily="2" charset="0"/>
                <a:cs typeface="Poppins" pitchFamily="2" charset="77"/>
              </a:rPr>
              <a:t>01</a:t>
            </a:r>
            <a:endParaRPr lang="en-US" sz="3200" dirty="0"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1361143" y="2632025"/>
            <a:ext cx="2079897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600" dirty="0">
                <a:latin typeface="Glacial Indifference" pitchFamily="2" charset="0"/>
                <a:ea typeface="Jost" pitchFamily="2" charset="0"/>
                <a:cs typeface="Poppins" pitchFamily="2" charset="77"/>
              </a:rPr>
              <a:t>Identify top-selling products by revenue and quantity</a:t>
            </a:r>
            <a:endParaRPr lang="en-US" altLang="en-US" sz="1600" dirty="0"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19" name="Rounded Rectangle 18"/>
          <p:cNvSpPr/>
          <p:nvPr>
            <p:custDataLst>
              <p:tags r:id="rId5"/>
            </p:custDataLst>
          </p:nvPr>
        </p:nvSpPr>
        <p:spPr>
          <a:xfrm>
            <a:off x="722154" y="2319992"/>
            <a:ext cx="638978" cy="23098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Glacial Indifference" pitchFamily="2" charset="0"/>
            </a:endParaRPr>
          </a:p>
        </p:txBody>
      </p:sp>
      <p:cxnSp>
        <p:nvCxnSpPr>
          <p:cNvPr id="21" name="Straight Arrow Connector 20"/>
          <p:cNvCxnSpPr/>
          <p:nvPr>
            <p:custDataLst>
              <p:tags r:id="rId6"/>
            </p:custDataLst>
          </p:nvPr>
        </p:nvCxnSpPr>
        <p:spPr>
          <a:xfrm>
            <a:off x="3042884" y="2435485"/>
            <a:ext cx="199285" cy="0"/>
          </a:xfrm>
          <a:prstGeom prst="straightConnector1">
            <a:avLst/>
          </a:prstGeom>
          <a:ln w="2222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 Same Side Corner Rectangle 12"/>
          <p:cNvSpPr/>
          <p:nvPr>
            <p:custDataLst>
              <p:tags r:id="rId7"/>
            </p:custDataLst>
          </p:nvPr>
        </p:nvSpPr>
        <p:spPr>
          <a:xfrm>
            <a:off x="4054005" y="2183243"/>
            <a:ext cx="3293765" cy="1624068"/>
          </a:xfrm>
          <a:prstGeom prst="round2SameRect">
            <a:avLst>
              <a:gd name="adj1" fmla="val 8420"/>
              <a:gd name="adj2" fmla="val 0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Glacial Indifference" pitchFamily="2" charset="0"/>
            </a:endParaRPr>
          </a:p>
        </p:txBody>
      </p:sp>
      <p:sp>
        <p:nvSpPr>
          <p:cNvPr id="23" name="TextBox 22"/>
          <p:cNvSpPr txBox="1"/>
          <p:nvPr>
            <p:custDataLst>
              <p:tags r:id="rId8"/>
            </p:custDataLst>
          </p:nvPr>
        </p:nvSpPr>
        <p:spPr>
          <a:xfrm>
            <a:off x="4439922" y="3063034"/>
            <a:ext cx="819397" cy="5537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/>
                </a:solidFill>
                <a:latin typeface="Glacial Indifference" pitchFamily="2" charset="0"/>
                <a:ea typeface="Jost" pitchFamily="2" charset="0"/>
                <a:cs typeface="Poppins" pitchFamily="2" charset="77"/>
              </a:rPr>
              <a:t>02</a:t>
            </a:r>
            <a:endParaRPr lang="en-US" sz="3200" dirty="0">
              <a:solidFill>
                <a:schemeClr val="bg1"/>
              </a:solidFill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24" name="TextBox 7"/>
          <p:cNvSpPr txBox="1"/>
          <p:nvPr>
            <p:custDataLst>
              <p:tags r:id="rId9"/>
            </p:custDataLst>
          </p:nvPr>
        </p:nvSpPr>
        <p:spPr>
          <a:xfrm>
            <a:off x="5080820" y="2632025"/>
            <a:ext cx="2465540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600" dirty="0">
                <a:solidFill>
                  <a:schemeClr val="bg1"/>
                </a:solidFill>
                <a:latin typeface="Glacial Indifference" pitchFamily="2" charset="0"/>
                <a:ea typeface="Jost" pitchFamily="2" charset="0"/>
                <a:cs typeface="Poppins" pitchFamily="2" charset="77"/>
              </a:rPr>
              <a:t>Analyze seasonal demand patterns (monthly/yearly trends)</a:t>
            </a:r>
            <a:endParaRPr lang="en-US" altLang="en-US" sz="1600" dirty="0">
              <a:solidFill>
                <a:schemeClr val="bg1"/>
              </a:solidFill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25" name="Rounded Rectangle 24"/>
          <p:cNvSpPr/>
          <p:nvPr>
            <p:custDataLst>
              <p:tags r:id="rId10"/>
            </p:custDataLst>
          </p:nvPr>
        </p:nvSpPr>
        <p:spPr>
          <a:xfrm>
            <a:off x="4482471" y="2319992"/>
            <a:ext cx="638978" cy="23098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Glacial Indifference" pitchFamily="2" charset="0"/>
            </a:endParaRPr>
          </a:p>
        </p:txBody>
      </p:sp>
      <p:cxnSp>
        <p:nvCxnSpPr>
          <p:cNvPr id="27" name="Straight Arrow Connector 26"/>
          <p:cNvCxnSpPr/>
          <p:nvPr>
            <p:custDataLst>
              <p:tags r:id="rId11"/>
            </p:custDataLst>
          </p:nvPr>
        </p:nvCxnSpPr>
        <p:spPr>
          <a:xfrm>
            <a:off x="6803200" y="2435485"/>
            <a:ext cx="199285" cy="0"/>
          </a:xfrm>
          <a:prstGeom prst="straightConnector1">
            <a:avLst/>
          </a:prstGeom>
          <a:ln w="2222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2562" y="871667"/>
            <a:ext cx="1027695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6000" dirty="0">
                <a:latin typeface="Glacial Indifference" pitchFamily="2" charset="0"/>
                <a:ea typeface="Open Sans SemiBold" pitchFamily="2" charset="0"/>
                <a:cs typeface="Poppins" pitchFamily="2" charset="77"/>
              </a:rPr>
              <a:t>Literature Review</a:t>
            </a:r>
            <a:endParaRPr lang="en-ID" sz="6000" dirty="0">
              <a:latin typeface="Glacial Indifference" pitchFamily="2" charset="0"/>
              <a:ea typeface="Open Sans SemiBold" pitchFamily="2" charset="0"/>
              <a:cs typeface="Poppins" pitchFamily="2" charset="77"/>
            </a:endParaRP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645795" y="2134870"/>
            <a:ext cx="4316095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en-US" sz="2000" dirty="0">
                <a:latin typeface="Glacial Indifference" pitchFamily="2" charset="0"/>
              </a:rPr>
              <a:t>Spark in Retail Analytics</a:t>
            </a:r>
            <a:endParaRPr lang="en-US" altLang="en-US" sz="2000" dirty="0">
              <a:latin typeface="Glacial Indifference" pitchFamily="2" charset="0"/>
            </a:endParaRPr>
          </a:p>
        </p:txBody>
      </p:sp>
      <p:sp>
        <p:nvSpPr>
          <p:cNvPr id="5" name="Rounded Rectangle 4"/>
          <p:cNvSpPr/>
          <p:nvPr>
            <p:custDataLst>
              <p:tags r:id="rId2"/>
            </p:custDataLst>
          </p:nvPr>
        </p:nvSpPr>
        <p:spPr>
          <a:xfrm>
            <a:off x="605755" y="1941456"/>
            <a:ext cx="194536" cy="194536"/>
          </a:xfrm>
          <a:prstGeom prst="roundRect">
            <a:avLst/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Glacial Indifference" pitchFamily="2" charset="0"/>
            </a:endParaRP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605790" y="2902585"/>
            <a:ext cx="6711315" cy="101790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1200" dirty="0">
                <a:latin typeface="Glacial Indifference" pitchFamily="2" charset="0"/>
                <a:ea typeface="Inter" panose="020B0502030000000004" pitchFamily="34" charset="0"/>
                <a:cs typeface="Poppins" panose="00000500000000000000" pitchFamily="2" charset="0"/>
              </a:rPr>
              <a:t>Apache Spark revolutionized retail analytics by providing 100x faster processing than Hadoop MapReduce. Saha (2013) demonstrated Spark's effectiveness for retail database analysis on similar transactional datasets.</a:t>
            </a:r>
            <a:endParaRPr lang="en-US" altLang="en-US" sz="1200" dirty="0">
              <a:latin typeface="Glacial Indifference" pitchFamily="2" charset="0"/>
              <a:ea typeface="Inter" panose="020B0502030000000004" pitchFamily="34" charset="0"/>
              <a:cs typeface="Poppins" panose="00000500000000000000" pitchFamily="2" charset="0"/>
            </a:endParaRP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607060" y="4363720"/>
            <a:ext cx="3868420" cy="6705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altLang="en-US" sz="2000" dirty="0">
                <a:latin typeface="Glacial Indifference" pitchFamily="2" charset="0"/>
              </a:rPr>
              <a:t>Dataset and Benchmarking</a:t>
            </a:r>
            <a:endParaRPr lang="en-US" altLang="en-US" sz="2000" dirty="0">
              <a:latin typeface="Glacial Indifference" pitchFamily="2" charset="0"/>
            </a:endParaRPr>
          </a:p>
        </p:txBody>
      </p:sp>
      <p:sp>
        <p:nvSpPr>
          <p:cNvPr id="11" name="Rounded Rectangle 10"/>
          <p:cNvSpPr/>
          <p:nvPr>
            <p:custDataLst>
              <p:tags r:id="rId5"/>
            </p:custDataLst>
          </p:nvPr>
        </p:nvSpPr>
        <p:spPr>
          <a:xfrm>
            <a:off x="605755" y="4094753"/>
            <a:ext cx="194536" cy="194536"/>
          </a:xfrm>
          <a:prstGeom prst="roundRect">
            <a:avLst/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Glacial Indifference" pitchFamily="2" charset="0"/>
            </a:endParaRPr>
          </a:p>
        </p:txBody>
      </p:sp>
      <p:sp>
        <p:nvSpPr>
          <p:cNvPr id="12" name="Rectangle 11"/>
          <p:cNvSpPr/>
          <p:nvPr>
            <p:custDataLst>
              <p:tags r:id="rId6"/>
            </p:custDataLst>
          </p:nvPr>
        </p:nvSpPr>
        <p:spPr>
          <a:xfrm>
            <a:off x="532765" y="4879340"/>
            <a:ext cx="6311900" cy="1107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1200" dirty="0">
                <a:latin typeface="Glacial Indifference" pitchFamily="2" charset="0"/>
                <a:ea typeface="Inter" panose="020B0502030000000004" pitchFamily="34" charset="0"/>
                <a:cs typeface="Poppins" panose="00000500000000000000" pitchFamily="2" charset="0"/>
              </a:rPr>
              <a:t>The UCI Online Retail dataset serves as a benchmark across 50+ research papers for handling real-world complexities like cancellations, returns, and missing values. Abdulla (2025) highlighted temporal pattern detection and RFM analysis using Spark SQL.</a:t>
            </a:r>
            <a:endParaRPr lang="en-US" altLang="en-US" sz="1200" dirty="0">
              <a:latin typeface="Glacial Indifference" pitchFamily="2" charset="0"/>
              <a:ea typeface="Inter" panose="020B0502030000000004" pitchFamily="34" charset="0"/>
              <a:cs typeface="Poppins" panose="00000500000000000000" pitchFamily="2" charset="0"/>
            </a:endParaRPr>
          </a:p>
        </p:txBody>
      </p:sp>
      <p:pic>
        <p:nvPicPr>
          <p:cNvPr id="3" name="Picture Placeholder 2" descr="WhatsApp Image 2025-12-02 at 5.14.03 PM"/>
          <p:cNvPicPr>
            <a:picLocks noChangeAspect="1"/>
          </p:cNvPicPr>
          <p:nvPr>
            <p:ph type="pic" sz="quarter" idx="10"/>
          </p:nvPr>
        </p:nvPicPr>
        <p:blipFill>
          <a:blip r:embed="rId7"/>
          <a:stretch>
            <a:fillRect/>
          </a:stretch>
        </p:blipFill>
        <p:spPr>
          <a:xfrm>
            <a:off x="7901940" y="1362075"/>
            <a:ext cx="3773805" cy="50311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D8783">
                <a:lumMod val="85000"/>
                <a:lumOff val="15000"/>
              </a:srgbClr>
            </a:gs>
            <a:gs pos="100000">
              <a:srgbClr val="097F8B">
                <a:lumMod val="98000"/>
                <a:lumOff val="2000"/>
              </a:srgbClr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7"/>
          <p:cNvSpPr txBox="1"/>
          <p:nvPr/>
        </p:nvSpPr>
        <p:spPr>
          <a:xfrm>
            <a:off x="635000" y="178435"/>
            <a:ext cx="5389245" cy="14185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solidFill>
                  <a:schemeClr val="bg1"/>
                </a:solidFill>
                <a:latin typeface="Glacial Indifference" pitchFamily="2" charset="0"/>
                <a:cs typeface="Poppins" pitchFamily="2" charset="77"/>
              </a:rPr>
              <a:t>Methodology</a:t>
            </a:r>
            <a:br>
              <a:rPr lang="en-US" sz="8000" dirty="0"/>
            </a:br>
            <a:endParaRPr lang="en-US" sz="6000" dirty="0">
              <a:solidFill>
                <a:schemeClr val="bg1"/>
              </a:solidFill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14" name="TextBox 13"/>
          <p:cNvSpPr txBox="1"/>
          <p:nvPr>
            <p:custDataLst>
              <p:tags r:id="rId1"/>
            </p:custDataLst>
          </p:nvPr>
        </p:nvSpPr>
        <p:spPr>
          <a:xfrm>
            <a:off x="5739727" y="3418419"/>
            <a:ext cx="1049516" cy="9232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Glacial Indifference" pitchFamily="2" charset="0"/>
              </a:rPr>
              <a:t>Topic Deeper 01</a:t>
            </a:r>
            <a:endParaRPr lang="en-US" sz="2000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5" name="Rounded Rectangle 14"/>
          <p:cNvSpPr/>
          <p:nvPr>
            <p:custDataLst>
              <p:tags r:id="rId2"/>
            </p:custDataLst>
          </p:nvPr>
        </p:nvSpPr>
        <p:spPr>
          <a:xfrm>
            <a:off x="5739160" y="3168443"/>
            <a:ext cx="93954" cy="9395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Glacial Indifference" pitchFamily="2" charset="0"/>
            </a:endParaRPr>
          </a:p>
        </p:txBody>
      </p:sp>
      <p:sp>
        <p:nvSpPr>
          <p:cNvPr id="16" name="TextBox 15"/>
          <p:cNvSpPr txBox="1"/>
          <p:nvPr>
            <p:custDataLst>
              <p:tags r:id="rId3"/>
            </p:custDataLst>
          </p:nvPr>
        </p:nvSpPr>
        <p:spPr>
          <a:xfrm>
            <a:off x="7274704" y="3418419"/>
            <a:ext cx="1049516" cy="9232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Glacial Indifference" pitchFamily="2" charset="0"/>
              </a:rPr>
              <a:t>Topic Deeper 02</a:t>
            </a:r>
            <a:endParaRPr lang="en-US" sz="2000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7" name="Rounded Rectangle 16"/>
          <p:cNvSpPr/>
          <p:nvPr>
            <p:custDataLst>
              <p:tags r:id="rId4"/>
            </p:custDataLst>
          </p:nvPr>
        </p:nvSpPr>
        <p:spPr>
          <a:xfrm>
            <a:off x="7274136" y="3168443"/>
            <a:ext cx="93954" cy="9395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Glacial Indifference" pitchFamily="2" charset="0"/>
            </a:endParaRPr>
          </a:p>
        </p:txBody>
      </p:sp>
      <p:sp>
        <p:nvSpPr>
          <p:cNvPr id="18" name="Rectangle 17"/>
          <p:cNvSpPr/>
          <p:nvPr>
            <p:custDataLst>
              <p:tags r:id="rId5"/>
            </p:custDataLst>
          </p:nvPr>
        </p:nvSpPr>
        <p:spPr>
          <a:xfrm>
            <a:off x="5739160" y="3723086"/>
            <a:ext cx="1116621" cy="166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200" dirty="0" err="1">
                <a:solidFill>
                  <a:schemeClr val="bg1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Suspendisse</a:t>
            </a:r>
            <a:r>
              <a:rPr lang="en-ID" sz="1200" dirty="0">
                <a:solidFill>
                  <a:schemeClr val="bg1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interdum</a:t>
            </a:r>
            <a:r>
              <a:rPr lang="en-ID" sz="1200" dirty="0">
                <a:solidFill>
                  <a:schemeClr val="bg1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consu</a:t>
            </a:r>
            <a:r>
              <a:rPr lang="en-ID" sz="1200" dirty="0">
                <a:solidFill>
                  <a:schemeClr val="bg1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 libero id </a:t>
            </a:r>
            <a:r>
              <a:rPr lang="en-ID" sz="1200" dirty="0" err="1">
                <a:solidFill>
                  <a:schemeClr val="bg1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faucibus</a:t>
            </a:r>
            <a:r>
              <a:rPr lang="en-ID" sz="1200" dirty="0">
                <a:solidFill>
                  <a:schemeClr val="bg1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nisl</a:t>
            </a:r>
            <a:r>
              <a:rPr lang="en-ID" sz="1200" dirty="0">
                <a:solidFill>
                  <a:schemeClr val="bg1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tincidu</a:t>
            </a:r>
            <a:r>
              <a:rPr lang="en-ID" sz="1200" dirty="0">
                <a:solidFill>
                  <a:schemeClr val="bg1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  </a:t>
            </a:r>
            <a:r>
              <a:rPr lang="en-ID" sz="1200" dirty="0" err="1">
                <a:solidFill>
                  <a:schemeClr val="bg1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risus</a:t>
            </a:r>
            <a:r>
              <a:rPr lang="en-ID" sz="1200" dirty="0">
                <a:solidFill>
                  <a:schemeClr val="bg1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quvarius</a:t>
            </a:r>
            <a:r>
              <a:rPr lang="en-ID" sz="1200" dirty="0">
                <a:solidFill>
                  <a:schemeClr val="bg1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 qua.</a:t>
            </a:r>
            <a:endParaRPr lang="en-ID" sz="1200" dirty="0">
              <a:solidFill>
                <a:schemeClr val="bg1"/>
              </a:solidFill>
              <a:latin typeface="Glacial Indifference" pitchFamily="2" charset="0"/>
              <a:ea typeface="Inter" panose="020B0502030000000004" pitchFamily="34" charset="0"/>
              <a:cs typeface="Poppins" panose="00000500000000000000" pitchFamily="2" charset="0"/>
            </a:endParaRPr>
          </a:p>
        </p:txBody>
      </p:sp>
      <p:pic>
        <p:nvPicPr>
          <p:cNvPr id="2" name="Picture Placeholder 1" descr="WhatsApp Image 2025-12-02 at 5.26.50 PM"/>
          <p:cNvPicPr>
            <a:picLocks noChangeAspect="1"/>
          </p:cNvPicPr>
          <p:nvPr>
            <p:ph type="pic" sz="quarter" idx="10"/>
          </p:nvPr>
        </p:nvPicPr>
        <p:blipFill>
          <a:blip r:embed="rId6"/>
          <a:stretch>
            <a:fillRect/>
          </a:stretch>
        </p:blipFill>
        <p:spPr>
          <a:xfrm>
            <a:off x="2345055" y="1716405"/>
            <a:ext cx="7838440" cy="44024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1111885" y="342265"/>
            <a:ext cx="4530090" cy="22675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latin typeface="Glacial Indifference" pitchFamily="2" charset="0"/>
                <a:cs typeface="Poppins" pitchFamily="2" charset="77"/>
              </a:rPr>
              <a:t>Results and Discussions</a:t>
            </a:r>
            <a:endParaRPr lang="en-US" sz="6000" dirty="0"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pic>
        <p:nvPicPr>
          <p:cNvPr id="5" name="Picture Placeholder 4" descr="z4"/>
          <p:cNvPicPr>
            <a:picLocks noChangeAspect="1"/>
          </p:cNvPicPr>
          <p:nvPr>
            <p:ph type="pic" sz="quarter" idx="10"/>
          </p:nvPr>
        </p:nvPicPr>
        <p:blipFill>
          <a:blip r:embed="rId1"/>
          <a:stretch>
            <a:fillRect/>
          </a:stretch>
        </p:blipFill>
        <p:spPr>
          <a:xfrm>
            <a:off x="2182495" y="2387600"/>
            <a:ext cx="7782560" cy="3652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1111885" y="342265"/>
            <a:ext cx="4530090" cy="22675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latin typeface="Glacial Indifference" pitchFamily="2" charset="0"/>
                <a:cs typeface="Poppins" pitchFamily="2" charset="77"/>
              </a:rPr>
              <a:t>Results and Discussions</a:t>
            </a:r>
            <a:endParaRPr lang="en-US" sz="6000" dirty="0"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pic>
        <p:nvPicPr>
          <p:cNvPr id="4" name="Picture Placeholder 3" descr="z5"/>
          <p:cNvPicPr>
            <a:picLocks noChangeAspect="1"/>
          </p:cNvPicPr>
          <p:nvPr>
            <p:ph type="pic" sz="quarter" idx="10"/>
          </p:nvPr>
        </p:nvPicPr>
        <p:blipFill>
          <a:blip r:embed="rId1"/>
          <a:stretch>
            <a:fillRect/>
          </a:stretch>
        </p:blipFill>
        <p:spPr>
          <a:xfrm>
            <a:off x="1416685" y="2339975"/>
            <a:ext cx="9358630" cy="34905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534988" y="404807"/>
            <a:ext cx="892594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latin typeface="Glacial Indifference" pitchFamily="2" charset="0"/>
                <a:cs typeface="Poppins" pitchFamily="2" charset="77"/>
              </a:rPr>
              <a:t>Results and Discussions</a:t>
            </a:r>
            <a:endParaRPr lang="en-US" sz="6000" dirty="0"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pic>
        <p:nvPicPr>
          <p:cNvPr id="5" name="Picture 4" descr="z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305" y="1536700"/>
            <a:ext cx="8689975" cy="40443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11"/>
          <p:cNvSpPr/>
          <p:nvPr/>
        </p:nvSpPr>
        <p:spPr>
          <a:xfrm>
            <a:off x="1822384" y="1535572"/>
            <a:ext cx="8547233" cy="2714324"/>
          </a:xfrm>
          <a:prstGeom prst="roundRect">
            <a:avLst>
              <a:gd name="adj" fmla="val 602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lacial Indifference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72434" y="231672"/>
            <a:ext cx="70471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</a:rPr>
              <a:t>Diagram Data Chart 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  <a:latin typeface="Glacial Indifference" pitchFamily="2" charset="0"/>
            </a:endParaRPr>
          </a:p>
        </p:txBody>
      </p:sp>
      <p:sp>
        <p:nvSpPr>
          <p:cNvPr id="11" name="Rectangle: Rounded Corners 29"/>
          <p:cNvSpPr/>
          <p:nvPr>
            <p:custDataLst>
              <p:tags r:id="rId1"/>
            </p:custDataLst>
          </p:nvPr>
        </p:nvSpPr>
        <p:spPr>
          <a:xfrm>
            <a:off x="2839407" y="3686759"/>
            <a:ext cx="1709164" cy="979974"/>
          </a:xfrm>
          <a:prstGeom prst="roundRect">
            <a:avLst>
              <a:gd name="adj" fmla="val 6479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2" name="TextBox 11"/>
          <p:cNvSpPr txBox="1"/>
          <p:nvPr>
            <p:custDataLst>
              <p:tags r:id="rId2"/>
            </p:custDataLst>
          </p:nvPr>
        </p:nvSpPr>
        <p:spPr>
          <a:xfrm>
            <a:off x="2895524" y="3792775"/>
            <a:ext cx="51592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lacial Indifference" pitchFamily="2" charset="0"/>
              </a:rPr>
              <a:t>A. 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3" name="TextBox 12"/>
          <p:cNvSpPr txBox="1"/>
          <p:nvPr>
            <p:custDataLst>
              <p:tags r:id="rId3"/>
            </p:custDataLst>
          </p:nvPr>
        </p:nvSpPr>
        <p:spPr>
          <a:xfrm>
            <a:off x="3184444" y="3792775"/>
            <a:ext cx="827561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lacial Indifference" pitchFamily="2" charset="0"/>
              </a:rPr>
              <a:t>450K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4" name="TextBox 13"/>
          <p:cNvSpPr txBox="1"/>
          <p:nvPr>
            <p:custDataLst>
              <p:tags r:id="rId4"/>
            </p:custDataLst>
          </p:nvPr>
        </p:nvSpPr>
        <p:spPr>
          <a:xfrm>
            <a:off x="3184444" y="4128998"/>
            <a:ext cx="1268707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b="0" i="0">
                <a:solidFill>
                  <a:schemeClr val="bg1"/>
                </a:solidFill>
                <a:effectLst/>
                <a:latin typeface="Glacial Indifference" pitchFamily="2" charset="0"/>
              </a:rPr>
              <a:t>Lorem ipsum dolor sit amet</a:t>
            </a:r>
            <a:r>
              <a:rPr lang="en-US" sz="1200">
                <a:solidFill>
                  <a:schemeClr val="bg1"/>
                </a:solidFill>
                <a:latin typeface="Glacial Indifference" pitchFamily="2" charset="0"/>
              </a:rPr>
              <a:t> </a:t>
            </a:r>
            <a:r>
              <a:rPr lang="en-US" sz="1200" b="0" i="0">
                <a:solidFill>
                  <a:schemeClr val="bg1"/>
                </a:solidFill>
                <a:effectLst/>
                <a:latin typeface="Glacial Indifference" pitchFamily="2" charset="0"/>
              </a:rPr>
              <a:t>elit. </a:t>
            </a:r>
            <a:endParaRPr lang="en-US" sz="1200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6" name="Rectangle: Rounded Corners 59"/>
          <p:cNvSpPr/>
          <p:nvPr>
            <p:custDataLst>
              <p:tags r:id="rId5"/>
            </p:custDataLst>
          </p:nvPr>
        </p:nvSpPr>
        <p:spPr>
          <a:xfrm>
            <a:off x="4742071" y="3686759"/>
            <a:ext cx="1709164" cy="979974"/>
          </a:xfrm>
          <a:prstGeom prst="roundRect">
            <a:avLst>
              <a:gd name="adj" fmla="val 6479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7" name="TextBox 16"/>
          <p:cNvSpPr txBox="1"/>
          <p:nvPr>
            <p:custDataLst>
              <p:tags r:id="rId6"/>
            </p:custDataLst>
          </p:nvPr>
        </p:nvSpPr>
        <p:spPr>
          <a:xfrm>
            <a:off x="4798187" y="3792775"/>
            <a:ext cx="51592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lacial Indifference" pitchFamily="2" charset="0"/>
              </a:rPr>
              <a:t>B. 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8" name="TextBox 17"/>
          <p:cNvSpPr txBox="1"/>
          <p:nvPr>
            <p:custDataLst>
              <p:tags r:id="rId7"/>
            </p:custDataLst>
          </p:nvPr>
        </p:nvSpPr>
        <p:spPr>
          <a:xfrm>
            <a:off x="5087107" y="3792775"/>
            <a:ext cx="827561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lacial Indifference" pitchFamily="2" charset="0"/>
              </a:rPr>
              <a:t>520K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9" name="TextBox 18"/>
          <p:cNvSpPr txBox="1"/>
          <p:nvPr>
            <p:custDataLst>
              <p:tags r:id="rId8"/>
            </p:custDataLst>
          </p:nvPr>
        </p:nvSpPr>
        <p:spPr>
          <a:xfrm>
            <a:off x="5087107" y="4128998"/>
            <a:ext cx="1268707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b="0" i="0" dirty="0">
                <a:solidFill>
                  <a:schemeClr val="bg1"/>
                </a:solidFill>
                <a:effectLst/>
                <a:latin typeface="Glacial Indifference" pitchFamily="2" charset="0"/>
              </a:rPr>
              <a:t>Lorem ipsum dolor sit </a:t>
            </a:r>
            <a:r>
              <a:rPr lang="en-US" sz="1200" b="0" i="0" dirty="0" err="1">
                <a:solidFill>
                  <a:schemeClr val="bg1"/>
                </a:solidFill>
                <a:effectLst/>
                <a:latin typeface="Glacial Indifference" pitchFamily="2" charset="0"/>
              </a:rPr>
              <a:t>amet</a:t>
            </a:r>
            <a:r>
              <a:rPr lang="en-US" sz="1200" dirty="0">
                <a:solidFill>
                  <a:schemeClr val="bg1"/>
                </a:solidFill>
                <a:latin typeface="Glacial Indifference" pitchFamily="2" charset="0"/>
              </a:rPr>
              <a:t> </a:t>
            </a:r>
            <a:r>
              <a:rPr lang="en-US" sz="1200" b="0" i="0" dirty="0" err="1">
                <a:solidFill>
                  <a:schemeClr val="bg1"/>
                </a:solidFill>
                <a:effectLst/>
                <a:latin typeface="Glacial Indifference" pitchFamily="2" charset="0"/>
              </a:rPr>
              <a:t>elit</a:t>
            </a:r>
            <a:r>
              <a:rPr lang="en-US" sz="1200" b="0" i="0" dirty="0">
                <a:solidFill>
                  <a:schemeClr val="bg1"/>
                </a:solidFill>
                <a:effectLst/>
                <a:latin typeface="Glacial Indifference" pitchFamily="2" charset="0"/>
              </a:rPr>
              <a:t>. </a:t>
            </a:r>
            <a:endParaRPr lang="en-US" sz="1200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1" name="Rectangle: Rounded Corners 64"/>
          <p:cNvSpPr/>
          <p:nvPr>
            <p:custDataLst>
              <p:tags r:id="rId9"/>
            </p:custDataLst>
          </p:nvPr>
        </p:nvSpPr>
        <p:spPr>
          <a:xfrm>
            <a:off x="6643404" y="3686759"/>
            <a:ext cx="1709164" cy="979974"/>
          </a:xfrm>
          <a:prstGeom prst="roundRect">
            <a:avLst>
              <a:gd name="adj" fmla="val 6479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2" name="TextBox 21"/>
          <p:cNvSpPr txBox="1"/>
          <p:nvPr>
            <p:custDataLst>
              <p:tags r:id="rId10"/>
            </p:custDataLst>
          </p:nvPr>
        </p:nvSpPr>
        <p:spPr>
          <a:xfrm>
            <a:off x="6699521" y="3792775"/>
            <a:ext cx="51592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lacial Indifference" pitchFamily="2" charset="0"/>
              </a:rPr>
              <a:t>C. 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3" name="TextBox 22"/>
          <p:cNvSpPr txBox="1"/>
          <p:nvPr>
            <p:custDataLst>
              <p:tags r:id="rId11"/>
            </p:custDataLst>
          </p:nvPr>
        </p:nvSpPr>
        <p:spPr>
          <a:xfrm>
            <a:off x="6988441" y="3792775"/>
            <a:ext cx="827561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lacial Indifference" pitchFamily="2" charset="0"/>
              </a:rPr>
              <a:t>580K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4" name="TextBox 23"/>
          <p:cNvSpPr txBox="1"/>
          <p:nvPr>
            <p:custDataLst>
              <p:tags r:id="rId12"/>
            </p:custDataLst>
          </p:nvPr>
        </p:nvSpPr>
        <p:spPr>
          <a:xfrm>
            <a:off x="6988441" y="4128998"/>
            <a:ext cx="1268707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b="0" i="0">
                <a:solidFill>
                  <a:schemeClr val="bg1"/>
                </a:solidFill>
                <a:effectLst/>
                <a:latin typeface="Glacial Indifference" pitchFamily="2" charset="0"/>
              </a:rPr>
              <a:t>Lorem ipsum dolor sit amet</a:t>
            </a:r>
            <a:r>
              <a:rPr lang="en-US" sz="1200">
                <a:solidFill>
                  <a:schemeClr val="bg1"/>
                </a:solidFill>
                <a:latin typeface="Glacial Indifference" pitchFamily="2" charset="0"/>
              </a:rPr>
              <a:t> </a:t>
            </a:r>
            <a:r>
              <a:rPr lang="en-US" sz="1200" b="0" i="0">
                <a:solidFill>
                  <a:schemeClr val="bg1"/>
                </a:solidFill>
                <a:effectLst/>
                <a:latin typeface="Glacial Indifference" pitchFamily="2" charset="0"/>
              </a:rPr>
              <a:t>elit. </a:t>
            </a:r>
            <a:endParaRPr lang="en-US" sz="1200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6" name="Rectangle: Rounded Corners 69"/>
          <p:cNvSpPr/>
          <p:nvPr>
            <p:custDataLst>
              <p:tags r:id="rId13"/>
            </p:custDataLst>
          </p:nvPr>
        </p:nvSpPr>
        <p:spPr>
          <a:xfrm>
            <a:off x="8546068" y="3686759"/>
            <a:ext cx="1709164" cy="979974"/>
          </a:xfrm>
          <a:prstGeom prst="roundRect">
            <a:avLst>
              <a:gd name="adj" fmla="val 6479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7" name="TextBox 26"/>
          <p:cNvSpPr txBox="1"/>
          <p:nvPr>
            <p:custDataLst>
              <p:tags r:id="rId14"/>
            </p:custDataLst>
          </p:nvPr>
        </p:nvSpPr>
        <p:spPr>
          <a:xfrm>
            <a:off x="8602185" y="3792775"/>
            <a:ext cx="51592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lacial Indifference" pitchFamily="2" charset="0"/>
              </a:rPr>
              <a:t>D. 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8" name="TextBox 27"/>
          <p:cNvSpPr txBox="1"/>
          <p:nvPr>
            <p:custDataLst>
              <p:tags r:id="rId15"/>
            </p:custDataLst>
          </p:nvPr>
        </p:nvSpPr>
        <p:spPr>
          <a:xfrm>
            <a:off x="8891105" y="3792775"/>
            <a:ext cx="827561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lacial Indifference" pitchFamily="2" charset="0"/>
              </a:rPr>
              <a:t>420K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9" name="TextBox 28"/>
          <p:cNvSpPr txBox="1"/>
          <p:nvPr>
            <p:custDataLst>
              <p:tags r:id="rId16"/>
            </p:custDataLst>
          </p:nvPr>
        </p:nvSpPr>
        <p:spPr>
          <a:xfrm>
            <a:off x="8891105" y="4128998"/>
            <a:ext cx="1268707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b="0" i="0" dirty="0">
                <a:solidFill>
                  <a:schemeClr val="bg1"/>
                </a:solidFill>
                <a:effectLst/>
                <a:latin typeface="Glacial Indifference" pitchFamily="2" charset="0"/>
              </a:rPr>
              <a:t>Lorem ipsum dolor sit </a:t>
            </a:r>
            <a:r>
              <a:rPr lang="en-US" sz="1200" b="0" i="0" dirty="0" err="1">
                <a:solidFill>
                  <a:schemeClr val="bg1"/>
                </a:solidFill>
                <a:effectLst/>
                <a:latin typeface="Glacial Indifference" pitchFamily="2" charset="0"/>
              </a:rPr>
              <a:t>amet</a:t>
            </a:r>
            <a:r>
              <a:rPr lang="en-US" sz="1200" dirty="0">
                <a:solidFill>
                  <a:schemeClr val="bg1"/>
                </a:solidFill>
                <a:latin typeface="Glacial Indifference" pitchFamily="2" charset="0"/>
              </a:rPr>
              <a:t> </a:t>
            </a:r>
            <a:r>
              <a:rPr lang="en-US" sz="1200" b="0" i="0" dirty="0" err="1">
                <a:solidFill>
                  <a:schemeClr val="bg1"/>
                </a:solidFill>
                <a:effectLst/>
                <a:latin typeface="Glacial Indifference" pitchFamily="2" charset="0"/>
              </a:rPr>
              <a:t>elit</a:t>
            </a:r>
            <a:r>
              <a:rPr lang="en-US" sz="1200" b="0" i="0" dirty="0">
                <a:solidFill>
                  <a:schemeClr val="bg1"/>
                </a:solidFill>
                <a:effectLst/>
                <a:latin typeface="Glacial Indifference" pitchFamily="2" charset="0"/>
              </a:rPr>
              <a:t>. </a:t>
            </a:r>
            <a:endParaRPr lang="en-US" sz="1200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pic>
        <p:nvPicPr>
          <p:cNvPr id="5" name="Picture 5" descr="3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960" y="2411095"/>
            <a:ext cx="8352155" cy="40976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11"/>
          <p:cNvSpPr/>
          <p:nvPr/>
        </p:nvSpPr>
        <p:spPr>
          <a:xfrm>
            <a:off x="1822384" y="1618700"/>
            <a:ext cx="8547233" cy="2714324"/>
          </a:xfrm>
          <a:prstGeom prst="roundRect">
            <a:avLst>
              <a:gd name="adj" fmla="val 602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lacial Indifference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72434" y="289400"/>
            <a:ext cx="70471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</a:rPr>
              <a:t>Diagram Data Chart 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  <a:latin typeface="Glacial Indifference" pitchFamily="2" charset="0"/>
            </a:endParaRPr>
          </a:p>
        </p:txBody>
      </p:sp>
      <p:sp>
        <p:nvSpPr>
          <p:cNvPr id="11" name="Rectangle: Rounded Corners 29"/>
          <p:cNvSpPr/>
          <p:nvPr>
            <p:custDataLst>
              <p:tags r:id="rId1"/>
            </p:custDataLst>
          </p:nvPr>
        </p:nvSpPr>
        <p:spPr>
          <a:xfrm>
            <a:off x="5278791" y="3515252"/>
            <a:ext cx="1069154" cy="613015"/>
          </a:xfrm>
          <a:prstGeom prst="roundRect">
            <a:avLst>
              <a:gd name="adj" fmla="val 6479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2" name="TextBox 11"/>
          <p:cNvSpPr txBox="1"/>
          <p:nvPr>
            <p:custDataLst>
              <p:tags r:id="rId2"/>
            </p:custDataLst>
          </p:nvPr>
        </p:nvSpPr>
        <p:spPr>
          <a:xfrm>
            <a:off x="5313894" y="3581569"/>
            <a:ext cx="3227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lacial Indifference" pitchFamily="2" charset="0"/>
              </a:rPr>
              <a:t>A. 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3" name="TextBox 12"/>
          <p:cNvSpPr txBox="1"/>
          <p:nvPr>
            <p:custDataLst>
              <p:tags r:id="rId3"/>
            </p:custDataLst>
          </p:nvPr>
        </p:nvSpPr>
        <p:spPr>
          <a:xfrm>
            <a:off x="5494626" y="3581569"/>
            <a:ext cx="517674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lacial Indifference" pitchFamily="2" charset="0"/>
              </a:rPr>
              <a:t>450K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4" name="TextBox 13"/>
          <p:cNvSpPr txBox="1"/>
          <p:nvPr>
            <p:custDataLst>
              <p:tags r:id="rId4"/>
            </p:custDataLst>
          </p:nvPr>
        </p:nvSpPr>
        <p:spPr>
          <a:xfrm>
            <a:off x="5494626" y="3791891"/>
            <a:ext cx="793630" cy="152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b="0" i="0">
                <a:solidFill>
                  <a:schemeClr val="bg1"/>
                </a:solidFill>
                <a:effectLst/>
                <a:latin typeface="Glacial Indifference" pitchFamily="2" charset="0"/>
              </a:rPr>
              <a:t>Lorem ipsum dolor sit amet</a:t>
            </a:r>
            <a:r>
              <a:rPr lang="en-US" sz="1200">
                <a:solidFill>
                  <a:schemeClr val="bg1"/>
                </a:solidFill>
                <a:latin typeface="Glacial Indifference" pitchFamily="2" charset="0"/>
              </a:rPr>
              <a:t> </a:t>
            </a:r>
            <a:r>
              <a:rPr lang="en-US" sz="1200" b="0" i="0">
                <a:solidFill>
                  <a:schemeClr val="bg1"/>
                </a:solidFill>
                <a:effectLst/>
                <a:latin typeface="Glacial Indifference" pitchFamily="2" charset="0"/>
              </a:rPr>
              <a:t>elit. </a:t>
            </a:r>
            <a:endParaRPr lang="en-US" sz="1200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6" name="Rectangle: Rounded Corners 59"/>
          <p:cNvSpPr/>
          <p:nvPr>
            <p:custDataLst>
              <p:tags r:id="rId5"/>
            </p:custDataLst>
          </p:nvPr>
        </p:nvSpPr>
        <p:spPr>
          <a:xfrm>
            <a:off x="6468987" y="3515252"/>
            <a:ext cx="1069154" cy="613015"/>
          </a:xfrm>
          <a:prstGeom prst="roundRect">
            <a:avLst>
              <a:gd name="adj" fmla="val 6479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7" name="TextBox 16"/>
          <p:cNvSpPr txBox="1"/>
          <p:nvPr>
            <p:custDataLst>
              <p:tags r:id="rId6"/>
            </p:custDataLst>
          </p:nvPr>
        </p:nvSpPr>
        <p:spPr>
          <a:xfrm>
            <a:off x="6504090" y="3581569"/>
            <a:ext cx="3227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lacial Indifference" pitchFamily="2" charset="0"/>
              </a:rPr>
              <a:t>B. 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8" name="TextBox 17"/>
          <p:cNvSpPr txBox="1"/>
          <p:nvPr>
            <p:custDataLst>
              <p:tags r:id="rId7"/>
            </p:custDataLst>
          </p:nvPr>
        </p:nvSpPr>
        <p:spPr>
          <a:xfrm>
            <a:off x="6684822" y="3581569"/>
            <a:ext cx="517674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lacial Indifference" pitchFamily="2" charset="0"/>
              </a:rPr>
              <a:t>520K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9" name="TextBox 18"/>
          <p:cNvSpPr txBox="1"/>
          <p:nvPr>
            <p:custDataLst>
              <p:tags r:id="rId8"/>
            </p:custDataLst>
          </p:nvPr>
        </p:nvSpPr>
        <p:spPr>
          <a:xfrm>
            <a:off x="6684822" y="3791891"/>
            <a:ext cx="793630" cy="152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b="0" i="0" dirty="0">
                <a:solidFill>
                  <a:schemeClr val="bg1"/>
                </a:solidFill>
                <a:effectLst/>
                <a:latin typeface="Glacial Indifference" pitchFamily="2" charset="0"/>
              </a:rPr>
              <a:t>Lorem ipsum dolor sit </a:t>
            </a:r>
            <a:r>
              <a:rPr lang="en-US" sz="1200" b="0" i="0" dirty="0" err="1">
                <a:solidFill>
                  <a:schemeClr val="bg1"/>
                </a:solidFill>
                <a:effectLst/>
                <a:latin typeface="Glacial Indifference" pitchFamily="2" charset="0"/>
              </a:rPr>
              <a:t>amet</a:t>
            </a:r>
            <a:r>
              <a:rPr lang="en-US" sz="1200" dirty="0">
                <a:solidFill>
                  <a:schemeClr val="bg1"/>
                </a:solidFill>
                <a:latin typeface="Glacial Indifference" pitchFamily="2" charset="0"/>
              </a:rPr>
              <a:t> </a:t>
            </a:r>
            <a:r>
              <a:rPr lang="en-US" sz="1200" b="0" i="0" dirty="0" err="1">
                <a:solidFill>
                  <a:schemeClr val="bg1"/>
                </a:solidFill>
                <a:effectLst/>
                <a:latin typeface="Glacial Indifference" pitchFamily="2" charset="0"/>
              </a:rPr>
              <a:t>elit</a:t>
            </a:r>
            <a:r>
              <a:rPr lang="en-US" sz="1200" b="0" i="0" dirty="0">
                <a:solidFill>
                  <a:schemeClr val="bg1"/>
                </a:solidFill>
                <a:effectLst/>
                <a:latin typeface="Glacial Indifference" pitchFamily="2" charset="0"/>
              </a:rPr>
              <a:t>. </a:t>
            </a:r>
            <a:endParaRPr lang="en-US" sz="1200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1" name="Rectangle: Rounded Corners 64"/>
          <p:cNvSpPr/>
          <p:nvPr>
            <p:custDataLst>
              <p:tags r:id="rId9"/>
            </p:custDataLst>
          </p:nvPr>
        </p:nvSpPr>
        <p:spPr>
          <a:xfrm>
            <a:off x="7658351" y="3515252"/>
            <a:ext cx="1069154" cy="613015"/>
          </a:xfrm>
          <a:prstGeom prst="roundRect">
            <a:avLst>
              <a:gd name="adj" fmla="val 6479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2" name="TextBox 21"/>
          <p:cNvSpPr txBox="1"/>
          <p:nvPr>
            <p:custDataLst>
              <p:tags r:id="rId10"/>
            </p:custDataLst>
          </p:nvPr>
        </p:nvSpPr>
        <p:spPr>
          <a:xfrm>
            <a:off x="7693455" y="3581569"/>
            <a:ext cx="3227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lacial Indifference" pitchFamily="2" charset="0"/>
              </a:rPr>
              <a:t>C. 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3" name="TextBox 22"/>
          <p:cNvSpPr txBox="1"/>
          <p:nvPr>
            <p:custDataLst>
              <p:tags r:id="rId11"/>
            </p:custDataLst>
          </p:nvPr>
        </p:nvSpPr>
        <p:spPr>
          <a:xfrm>
            <a:off x="7874186" y="3581569"/>
            <a:ext cx="517674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lacial Indifference" pitchFamily="2" charset="0"/>
              </a:rPr>
              <a:t>580K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4" name="TextBox 23"/>
          <p:cNvSpPr txBox="1"/>
          <p:nvPr>
            <p:custDataLst>
              <p:tags r:id="rId12"/>
            </p:custDataLst>
          </p:nvPr>
        </p:nvSpPr>
        <p:spPr>
          <a:xfrm>
            <a:off x="7874186" y="3791891"/>
            <a:ext cx="793630" cy="152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b="0" i="0">
                <a:solidFill>
                  <a:schemeClr val="bg1"/>
                </a:solidFill>
                <a:effectLst/>
                <a:latin typeface="Glacial Indifference" pitchFamily="2" charset="0"/>
              </a:rPr>
              <a:t>Lorem ipsum dolor sit amet</a:t>
            </a:r>
            <a:r>
              <a:rPr lang="en-US" sz="1200">
                <a:solidFill>
                  <a:schemeClr val="bg1"/>
                </a:solidFill>
                <a:latin typeface="Glacial Indifference" pitchFamily="2" charset="0"/>
              </a:rPr>
              <a:t> </a:t>
            </a:r>
            <a:r>
              <a:rPr lang="en-US" sz="1200" b="0" i="0">
                <a:solidFill>
                  <a:schemeClr val="bg1"/>
                </a:solidFill>
                <a:effectLst/>
                <a:latin typeface="Glacial Indifference" pitchFamily="2" charset="0"/>
              </a:rPr>
              <a:t>elit. </a:t>
            </a:r>
            <a:endParaRPr lang="en-US" sz="1200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6" name="Rectangle: Rounded Corners 69"/>
          <p:cNvSpPr/>
          <p:nvPr>
            <p:custDataLst>
              <p:tags r:id="rId13"/>
            </p:custDataLst>
          </p:nvPr>
        </p:nvSpPr>
        <p:spPr>
          <a:xfrm>
            <a:off x="8848547" y="3515252"/>
            <a:ext cx="1069154" cy="613015"/>
          </a:xfrm>
          <a:prstGeom prst="roundRect">
            <a:avLst>
              <a:gd name="adj" fmla="val 6479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7" name="TextBox 26"/>
          <p:cNvSpPr txBox="1"/>
          <p:nvPr>
            <p:custDataLst>
              <p:tags r:id="rId14"/>
            </p:custDataLst>
          </p:nvPr>
        </p:nvSpPr>
        <p:spPr>
          <a:xfrm>
            <a:off x="8883651" y="3581569"/>
            <a:ext cx="3227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lacial Indifference" pitchFamily="2" charset="0"/>
              </a:rPr>
              <a:t>D. 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8" name="TextBox 27"/>
          <p:cNvSpPr txBox="1"/>
          <p:nvPr>
            <p:custDataLst>
              <p:tags r:id="rId15"/>
            </p:custDataLst>
          </p:nvPr>
        </p:nvSpPr>
        <p:spPr>
          <a:xfrm>
            <a:off x="9064382" y="3581569"/>
            <a:ext cx="517674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lacial Indifference" pitchFamily="2" charset="0"/>
              </a:rPr>
              <a:t>420K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9" name="TextBox 28"/>
          <p:cNvSpPr txBox="1"/>
          <p:nvPr>
            <p:custDataLst>
              <p:tags r:id="rId16"/>
            </p:custDataLst>
          </p:nvPr>
        </p:nvSpPr>
        <p:spPr>
          <a:xfrm>
            <a:off x="9064382" y="3791891"/>
            <a:ext cx="793630" cy="152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b="0" i="0" dirty="0">
                <a:solidFill>
                  <a:schemeClr val="bg1"/>
                </a:solidFill>
                <a:effectLst/>
                <a:latin typeface="Glacial Indifference" pitchFamily="2" charset="0"/>
              </a:rPr>
              <a:t>Lorem ipsum dolor sit </a:t>
            </a:r>
            <a:r>
              <a:rPr lang="en-US" sz="1200" b="0" i="0" dirty="0" err="1">
                <a:solidFill>
                  <a:schemeClr val="bg1"/>
                </a:solidFill>
                <a:effectLst/>
                <a:latin typeface="Glacial Indifference" pitchFamily="2" charset="0"/>
              </a:rPr>
              <a:t>amet</a:t>
            </a:r>
            <a:r>
              <a:rPr lang="en-US" sz="1200" dirty="0">
                <a:solidFill>
                  <a:schemeClr val="bg1"/>
                </a:solidFill>
                <a:latin typeface="Glacial Indifference" pitchFamily="2" charset="0"/>
              </a:rPr>
              <a:t> </a:t>
            </a:r>
            <a:r>
              <a:rPr lang="en-US" sz="1200" b="0" i="0" dirty="0" err="1">
                <a:solidFill>
                  <a:schemeClr val="bg1"/>
                </a:solidFill>
                <a:effectLst/>
                <a:latin typeface="Glacial Indifference" pitchFamily="2" charset="0"/>
              </a:rPr>
              <a:t>elit</a:t>
            </a:r>
            <a:r>
              <a:rPr lang="en-US" sz="1200" b="0" i="0" dirty="0">
                <a:solidFill>
                  <a:schemeClr val="bg1"/>
                </a:solidFill>
                <a:effectLst/>
                <a:latin typeface="Glacial Indifference" pitchFamily="2" charset="0"/>
              </a:rPr>
              <a:t>. </a:t>
            </a:r>
            <a:endParaRPr lang="en-US" sz="1200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pic>
        <p:nvPicPr>
          <p:cNvPr id="2" name="Picture 4" descr="222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385" y="2264410"/>
            <a:ext cx="7709535" cy="42481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TextBox 516"/>
          <p:cNvSpPr txBox="1"/>
          <p:nvPr/>
        </p:nvSpPr>
        <p:spPr>
          <a:xfrm>
            <a:off x="-309880" y="233680"/>
            <a:ext cx="11435715" cy="1015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</a:rPr>
              <a:t>Diagram Data Company Chart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  <a:latin typeface="Glacial Indifference" pitchFamily="2" charset="0"/>
            </a:endParaRPr>
          </a:p>
        </p:txBody>
      </p:sp>
      <p:pic>
        <p:nvPicPr>
          <p:cNvPr id="2" name="Picture 1" descr="WhatsApp Image 2025-12-02 at 6.16.33 PM"/>
          <p:cNvPicPr>
            <a:picLocks noChangeAspect="1"/>
          </p:cNvPicPr>
          <p:nvPr/>
        </p:nvPicPr>
        <p:blipFill>
          <a:blip r:embed="rId1"/>
          <a:srcRect t="30227" r="1123" b="6230"/>
          <a:stretch>
            <a:fillRect/>
          </a:stretch>
        </p:blipFill>
        <p:spPr>
          <a:xfrm>
            <a:off x="950595" y="2254250"/>
            <a:ext cx="1017524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-36195" y="352425"/>
            <a:ext cx="5666740" cy="1846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0" u="sng" dirty="0">
                <a:latin typeface="Glacial Indifference" pitchFamily="2" charset="0"/>
                <a:cs typeface="Poppins" pitchFamily="2" charset="77"/>
              </a:rPr>
              <a:t>Conclusion</a:t>
            </a:r>
            <a:br>
              <a:rPr lang="en-US" sz="8000" u="sng" dirty="0"/>
            </a:br>
            <a:endParaRPr lang="en-US" sz="6000" u="sng" dirty="0"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14" name="TextBox 13"/>
          <p:cNvSpPr txBox="1"/>
          <p:nvPr>
            <p:custDataLst>
              <p:tags r:id="rId1"/>
            </p:custDataLst>
          </p:nvPr>
        </p:nvSpPr>
        <p:spPr>
          <a:xfrm>
            <a:off x="5326818" y="6261135"/>
            <a:ext cx="2104670" cy="276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D" dirty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Topic</a:t>
            </a:r>
            <a:r>
              <a:rPr lang="en-ID" dirty="0">
                <a:solidFill>
                  <a:schemeClr val="bg1"/>
                </a:solidFill>
                <a:effectLst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 Two</a:t>
            </a:r>
            <a:endParaRPr lang="en-ID" dirty="0">
              <a:solidFill>
                <a:schemeClr val="bg1"/>
              </a:solidFill>
              <a:effectLst/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16" name="TextBox 15"/>
          <p:cNvSpPr txBox="1"/>
          <p:nvPr>
            <p:custDataLst>
              <p:tags r:id="rId2"/>
            </p:custDataLst>
          </p:nvPr>
        </p:nvSpPr>
        <p:spPr>
          <a:xfrm>
            <a:off x="9129947" y="5808977"/>
            <a:ext cx="2104670" cy="276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D" dirty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Topic</a:t>
            </a:r>
            <a:r>
              <a:rPr lang="en-ID" dirty="0">
                <a:solidFill>
                  <a:schemeClr val="bg1"/>
                </a:solidFill>
                <a:effectLst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 Three</a:t>
            </a:r>
            <a:endParaRPr lang="en-ID" dirty="0">
              <a:solidFill>
                <a:schemeClr val="bg1"/>
              </a:solidFill>
              <a:effectLst/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pic>
        <p:nvPicPr>
          <p:cNvPr id="8" name="Picture 7" descr="z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30" y="1677035"/>
            <a:ext cx="9843135" cy="41319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/>
          <p:cNvSpPr txBox="1"/>
          <p:nvPr/>
        </p:nvSpPr>
        <p:spPr>
          <a:xfrm>
            <a:off x="533190" y="1192050"/>
            <a:ext cx="556281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latin typeface="Glacial Indifference" pitchFamily="2" charset="0"/>
                <a:cs typeface="Poppins" pitchFamily="2" charset="77"/>
              </a:rPr>
              <a:t>References</a:t>
            </a:r>
            <a:endParaRPr lang="en-US" sz="6000" dirty="0"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3400" y="2305050"/>
            <a:ext cx="11114405" cy="232537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Inter" panose="020B0502030000000004" pitchFamily="34" charset="0"/>
                <a:cs typeface="Poppins Light" pitchFamily="2" charset="77"/>
              </a:rPr>
              <a:t>Saha, A. (2013). Advanced Retail Analysis with Spark. https://anindya-saha.github.io</a:t>
            </a:r>
            <a:endParaRPr lang="en-US" altLang="en-US" dirty="0">
              <a:solidFill>
                <a:schemeClr val="tx1">
                  <a:lumMod val="85000"/>
                  <a:lumOff val="15000"/>
                </a:schemeClr>
              </a:solidFill>
              <a:latin typeface="Glacial Indifference" pitchFamily="2" charset="0"/>
              <a:ea typeface="Inter" panose="020B0502030000000004" pitchFamily="34" charset="0"/>
              <a:cs typeface="Poppins Light" pitchFamily="2" charset="7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Inter" panose="020B0502030000000004" pitchFamily="34" charset="0"/>
                <a:cs typeface="Poppins Light" pitchFamily="2" charset="77"/>
              </a:rPr>
              <a:t>Aadhil. (2024). PySpark Retail Sales Pipeline. GitHub. https://github.com/aadhil96</a:t>
            </a:r>
            <a:endParaRPr lang="en-US" altLang="en-US" dirty="0">
              <a:solidFill>
                <a:schemeClr val="tx1">
                  <a:lumMod val="85000"/>
                  <a:lumOff val="15000"/>
                </a:schemeClr>
              </a:solidFill>
              <a:latin typeface="Glacial Indifference" pitchFamily="2" charset="0"/>
              <a:ea typeface="Inter" panose="020B0502030000000004" pitchFamily="34" charset="0"/>
              <a:cs typeface="Poppins Light" pitchFamily="2" charset="7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Inter" panose="020B0502030000000004" pitchFamily="34" charset="0"/>
                <a:cs typeface="Poppins Light" pitchFamily="2" charset="77"/>
              </a:rPr>
              <a:t>UCI ML Repository. (2015). Online Retail Dataset. https://archive.ics.uci.edu</a:t>
            </a:r>
            <a:endParaRPr lang="en-US" altLang="en-US" dirty="0">
              <a:solidFill>
                <a:schemeClr val="tx1">
                  <a:lumMod val="85000"/>
                  <a:lumOff val="15000"/>
                </a:schemeClr>
              </a:solidFill>
              <a:latin typeface="Glacial Indifference" pitchFamily="2" charset="0"/>
              <a:ea typeface="Inter" panose="020B0502030000000004" pitchFamily="34" charset="0"/>
              <a:cs typeface="Poppins Light" pitchFamily="2" charset="7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Inter" panose="020B0502030000000004" pitchFamily="34" charset="0"/>
                <a:cs typeface="Poppins Light" pitchFamily="2" charset="77"/>
              </a:rPr>
              <a:t>Kaggle. (2021). Online Retail CSV. https://kaggle.com/datasets/tunguz/online-retail</a:t>
            </a:r>
            <a:endParaRPr lang="en-US" altLang="en-US" dirty="0">
              <a:solidFill>
                <a:schemeClr val="tx1">
                  <a:lumMod val="85000"/>
                  <a:lumOff val="15000"/>
                </a:schemeClr>
              </a:solidFill>
              <a:latin typeface="Glacial Indifference" pitchFamily="2" charset="0"/>
              <a:ea typeface="Inter" panose="020B0502030000000004" pitchFamily="34" charset="0"/>
              <a:cs typeface="Poppins Light" pitchFamily="2" charset="7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  <a:ea typeface="Inter" panose="020B0502030000000004" pitchFamily="34" charset="0"/>
                <a:cs typeface="Poppins Light" pitchFamily="2" charset="77"/>
              </a:rPr>
              <a:t>Databricks. (2025). PySpark Native Plotting. https://databricks.com</a:t>
            </a:r>
            <a:endParaRPr lang="en-US" altLang="en-US" dirty="0">
              <a:solidFill>
                <a:schemeClr val="tx1">
                  <a:lumMod val="85000"/>
                  <a:lumOff val="15000"/>
                </a:schemeClr>
              </a:solidFill>
              <a:latin typeface="Glacial Indifference" pitchFamily="2" charset="0"/>
              <a:ea typeface="Inter" panose="020B0502030000000004" pitchFamily="34" charset="0"/>
              <a:cs typeface="Poppins Light" pitchFamily="2" charset="77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17155" y="4714167"/>
            <a:ext cx="2091258" cy="44333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4701" y="4820418"/>
            <a:ext cx="1817457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ID" sz="1500" dirty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Highlight Button</a:t>
            </a:r>
            <a:endParaRPr lang="en-US" sz="1500" dirty="0">
              <a:solidFill>
                <a:schemeClr val="bg1"/>
              </a:solidFill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2658114" y="2213039"/>
            <a:ext cx="6875772" cy="2431921"/>
          </a:xfrm>
          <a:prstGeom prst="roundRect">
            <a:avLst/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2658114" y="2898928"/>
            <a:ext cx="687577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ID" sz="7000" dirty="0">
                <a:solidFill>
                  <a:schemeClr val="bg1"/>
                </a:solidFill>
                <a:latin typeface="Glacial Indifference" pitchFamily="2" charset="0"/>
                <a:ea typeface="Open Sans SemiBold" pitchFamily="2" charset="0"/>
                <a:cs typeface="Poppins" pitchFamily="2" charset="77"/>
              </a:rPr>
              <a:t>Thank You</a:t>
            </a:r>
            <a:endParaRPr lang="en-ID" sz="7000" dirty="0">
              <a:solidFill>
                <a:schemeClr val="bg1"/>
              </a:solidFill>
              <a:effectLst/>
              <a:latin typeface="Glacial Indifference" pitchFamily="2" charset="0"/>
              <a:ea typeface="Open Sans SemiBold" pitchFamily="2" charset="0"/>
              <a:cs typeface="Poppins" pitchFamily="2" charset="77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515938" y="5106838"/>
            <a:ext cx="11160125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5.73716535433067,&quot;left&quot;:23.12503937007874,&quot;top&quot;:171.90889763779523,&quot;width&quot;:571.0765354330708}"/>
</p:tagLst>
</file>

<file path=ppt/tags/tag2.xml><?xml version="1.0" encoding="utf-8"?>
<p:tagLst xmlns:p="http://schemas.openxmlformats.org/presentationml/2006/main">
  <p:tag name="KSO_WM_DIAGRAM_VIRTUALLY_FRAME" val="{&quot;height&quot;:155.73716535433067,&quot;left&quot;:23.12503937007874,&quot;top&quot;:171.90889763779523,&quot;width&quot;:571.0765354330708}"/>
</p:tagLst>
</file>

<file path=ppt/tags/tag3.xml><?xml version="1.0" encoding="utf-8"?>
<p:tagLst xmlns:p="http://schemas.openxmlformats.org/presentationml/2006/main">
  <p:tag name="KSO_WM_DIAGRAM_VIRTUALLY_FRAME" val="{&quot;height&quot;:155.73716535433067,&quot;left&quot;:23.12503937007874,&quot;top&quot;:171.90889763779523,&quot;width&quot;:571.0765354330708}"/>
</p:tagLst>
</file>

<file path=ppt/tags/tag4.xml><?xml version="1.0" encoding="utf-8"?>
<p:tagLst xmlns:p="http://schemas.openxmlformats.org/presentationml/2006/main">
  <p:tag name="KSO_WM_DIAGRAM_VIRTUALLY_FRAME" val="{&quot;height&quot;:155.73716535433067,&quot;left&quot;:23.12503937007874,&quot;top&quot;:171.90889763779523,&quot;width&quot;:571.0765354330708}"/>
</p:tagLst>
</file>

<file path=ppt/tags/tag5.xml><?xml version="1.0" encoding="utf-8"?>
<p:tagLst xmlns:p="http://schemas.openxmlformats.org/presentationml/2006/main">
  <p:tag name="KSO_WM_DIAGRAM_VIRTUALLY_FRAME" val="{&quot;height&quot;:155.73716535433067,&quot;left&quot;:23.12503937007874,&quot;top&quot;:171.90889763779523,&quot;width&quot;:571.0765354330708}"/>
</p:tagLst>
</file>

<file path=ppt/tags/tag6.xml><?xml version="1.0" encoding="utf-8"?>
<p:tagLst xmlns:p="http://schemas.openxmlformats.org/presentationml/2006/main">
  <p:tag name="KSO_WM_DIAGRAM_VIRTUALLY_FRAME" val="{&quot;height&quot;:155.73716535433067,&quot;left&quot;:23.12503937007874,&quot;top&quot;:171.90889763779523,&quot;width&quot;:571.0765354330708}"/>
</p:tagLst>
</file>

<file path=ppt/tags/tag7.xml><?xml version="1.0" encoding="utf-8"?>
<p:tagLst xmlns:p="http://schemas.openxmlformats.org/presentationml/2006/main">
  <p:tag name="KSO_WM_DIAGRAM_VIRTUALLY_FRAME" val="{&quot;height&quot;:155.73716535433067,&quot;left&quot;:23.12503937007874,&quot;top&quot;:171.90889763779523,&quot;width&quot;:571.0765354330708}"/>
</p:tagLst>
</file>

<file path=ppt/tags/tag8.xml><?xml version="1.0" encoding="utf-8"?>
<p:tagLst xmlns:p="http://schemas.openxmlformats.org/presentationml/2006/main">
  <p:tag name="KSO_WM_DIAGRAM_VIRTUALLY_FRAME" val="{&quot;height&quot;:155.73716535433067,&quot;left&quot;:23.12503937007874,&quot;top&quot;:171.90889763779523,&quot;width&quot;:571.0765354330708}"/>
</p:tagLst>
</file>

<file path=ppt/tags/tag9.xml><?xml version="1.0" encoding="utf-8"?>
<p:tagLst xmlns:p="http://schemas.openxmlformats.org/presentationml/2006/main">
  <p:tag name="KSO_WM_DIAGRAM_VIRTUALLY_FRAME" val="{&quot;height&quot;:155.73716535433067,&quot;left&quot;:23.12503937007874,&quot;top&quot;:171.90889763779523,&quot;width&quot;:571.0765354330708}"/>
</p:tagLst>
</file>

<file path=ppt/tags/tag10.xml><?xml version="1.0" encoding="utf-8"?>
<p:tagLst xmlns:p="http://schemas.openxmlformats.org/presentationml/2006/main">
  <p:tag name="KSO_WM_DIAGRAM_VIRTUALLY_FRAME" val="{&quot;height&quot;:155.73716535433067,&quot;left&quot;:23.12503937007874,&quot;top&quot;:171.90889763779523,&quot;width&quot;:571.0765354330708}"/>
</p:tagLst>
</file>

<file path=ppt/tags/tag11.xml><?xml version="1.0" encoding="utf-8"?>
<p:tagLst xmlns:p="http://schemas.openxmlformats.org/presentationml/2006/main">
  <p:tag name="KSO_WM_DIAGRAM_VIRTUALLY_FRAME" val="{&quot;height&quot;:323.59228346456695,&quot;left&quot;:47.69724409448819,&quot;top&quot;:152.87055118110237,&quot;width&quot;:432.30275590551184}"/>
</p:tagLst>
</file>

<file path=ppt/tags/tag12.xml><?xml version="1.0" encoding="utf-8"?>
<p:tagLst xmlns:p="http://schemas.openxmlformats.org/presentationml/2006/main">
  <p:tag name="KSO_WM_DIAGRAM_VIRTUALLY_FRAME" val="{&quot;height&quot;:323.59228346456695,&quot;left&quot;:47.69724409448819,&quot;top&quot;:152.87055118110237,&quot;width&quot;:432.30275590551184}"/>
</p:tagLst>
</file>

<file path=ppt/tags/tag13.xml><?xml version="1.0" encoding="utf-8"?>
<p:tagLst xmlns:p="http://schemas.openxmlformats.org/presentationml/2006/main">
  <p:tag name="KSO_WM_DIAGRAM_VIRTUALLY_FRAME" val="{&quot;height&quot;:323.59228346456695,&quot;left&quot;:47.69724409448819,&quot;top&quot;:152.87055118110237,&quot;width&quot;:432.30275590551184}"/>
</p:tagLst>
</file>

<file path=ppt/tags/tag14.xml><?xml version="1.0" encoding="utf-8"?>
<p:tagLst xmlns:p="http://schemas.openxmlformats.org/presentationml/2006/main">
  <p:tag name="KSO_WM_DIAGRAM_VIRTUALLY_FRAME" val="{&quot;height&quot;:323.59228346456695,&quot;left&quot;:47.69724409448819,&quot;top&quot;:152.87055118110237,&quot;width&quot;:432.30275590551184}"/>
</p:tagLst>
</file>

<file path=ppt/tags/tag15.xml><?xml version="1.0" encoding="utf-8"?>
<p:tagLst xmlns:p="http://schemas.openxmlformats.org/presentationml/2006/main">
  <p:tag name="KSO_WM_DIAGRAM_VIRTUALLY_FRAME" val="{&quot;height&quot;:323.59228346456695,&quot;left&quot;:47.69724409448819,&quot;top&quot;:152.87055118110237,&quot;width&quot;:432.30275590551184}"/>
</p:tagLst>
</file>

<file path=ppt/tags/tag16.xml><?xml version="1.0" encoding="utf-8"?>
<p:tagLst xmlns:p="http://schemas.openxmlformats.org/presentationml/2006/main">
  <p:tag name="KSO_WM_DIAGRAM_VIRTUALLY_FRAME" val="{&quot;height&quot;:323.59228346456695,&quot;left&quot;:47.69724409448819,&quot;top&quot;:152.87055118110237,&quot;width&quot;:432.30275590551184}"/>
</p:tagLst>
</file>

<file path=ppt/tags/tag17.xml><?xml version="1.0" encoding="utf-8"?>
<p:tagLst xmlns:p="http://schemas.openxmlformats.org/presentationml/2006/main">
  <p:tag name="KSO_WM_DIAGRAM_VIRTUALLY_FRAME" val="{&quot;height&quot;:174.52271547115464,&quot;left&quot;:411.3,&quot;top&quot;:249.48370078740157,&quot;width&quot;:284.7527559055119}"/>
</p:tagLst>
</file>

<file path=ppt/tags/tag18.xml><?xml version="1.0" encoding="utf-8"?>
<p:tagLst xmlns:p="http://schemas.openxmlformats.org/presentationml/2006/main">
  <p:tag name="KSO_WM_DIAGRAM_VIRTUALLY_FRAME" val="{&quot;height&quot;:174.52271547115464,&quot;left&quot;:411.3,&quot;top&quot;:249.48370078740157,&quot;width&quot;:284.7527559055119}"/>
</p:tagLst>
</file>

<file path=ppt/tags/tag19.xml><?xml version="1.0" encoding="utf-8"?>
<p:tagLst xmlns:p="http://schemas.openxmlformats.org/presentationml/2006/main">
  <p:tag name="KSO_WM_DIAGRAM_VIRTUALLY_FRAME" val="{&quot;height&quot;:174.52271547115464,&quot;left&quot;:411.3,&quot;top&quot;:249.48370078740157,&quot;width&quot;:284.7527559055119}"/>
</p:tagLst>
</file>

<file path=ppt/tags/tag20.xml><?xml version="1.0" encoding="utf-8"?>
<p:tagLst xmlns:p="http://schemas.openxmlformats.org/presentationml/2006/main">
  <p:tag name="KSO_WM_DIAGRAM_VIRTUALLY_FRAME" val="{&quot;height&quot;:174.52271547115464,&quot;left&quot;:411.3,&quot;top&quot;:249.48370078740157,&quot;width&quot;:284.7527559055119}"/>
</p:tagLst>
</file>

<file path=ppt/tags/tag21.xml><?xml version="1.0" encoding="utf-8"?>
<p:tagLst xmlns:p="http://schemas.openxmlformats.org/presentationml/2006/main">
  <p:tag name="KSO_WM_DIAGRAM_VIRTUALLY_FRAME" val="{&quot;height&quot;:174.52271547115464,&quot;left&quot;:411.3,&quot;top&quot;:249.48370078740157,&quot;width&quot;:284.7527559055119}"/>
</p:tagLst>
</file>

<file path=ppt/tags/tag22.xml><?xml version="1.0" encoding="utf-8"?>
<p:tagLst xmlns:p="http://schemas.openxmlformats.org/presentationml/2006/main">
  <p:tag name="KSO_WM_DIAGRAM_VIRTUALLY_FRAME" val="{&quot;height&quot;:98.62198935267125,&quot;left&quot;:128.4340157480315,&quot;top&quot;:290.29598425196855,&quot;width&quot;:687.4873228346457}"/>
</p:tagLst>
</file>

<file path=ppt/tags/tag23.xml><?xml version="1.0" encoding="utf-8"?>
<p:tagLst xmlns:p="http://schemas.openxmlformats.org/presentationml/2006/main">
  <p:tag name="KSO_WM_DIAGRAM_VIRTUALLY_FRAME" val="{&quot;height&quot;:98.62198935267125,&quot;left&quot;:128.4340157480315,&quot;top&quot;:290.29598425196855,&quot;width&quot;:687.4873228346457}"/>
</p:tagLst>
</file>

<file path=ppt/tags/tag24.xml><?xml version="1.0" encoding="utf-8"?>
<p:tagLst xmlns:p="http://schemas.openxmlformats.org/presentationml/2006/main">
  <p:tag name="KSO_WM_DIAGRAM_VIRTUALLY_FRAME" val="{&quot;height&quot;:98.62198935267125,&quot;left&quot;:128.4340157480315,&quot;top&quot;:290.29598425196855,&quot;width&quot;:687.4873228346457}"/>
</p:tagLst>
</file>

<file path=ppt/tags/tag25.xml><?xml version="1.0" encoding="utf-8"?>
<p:tagLst xmlns:p="http://schemas.openxmlformats.org/presentationml/2006/main">
  <p:tag name="KSO_WM_DIAGRAM_VIRTUALLY_FRAME" val="{&quot;height&quot;:98.62198935267125,&quot;left&quot;:128.4340157480315,&quot;top&quot;:290.29598425196855,&quot;width&quot;:687.4873228346457}"/>
</p:tagLst>
</file>

<file path=ppt/tags/tag26.xml><?xml version="1.0" encoding="utf-8"?>
<p:tagLst xmlns:p="http://schemas.openxmlformats.org/presentationml/2006/main">
  <p:tag name="KSO_WM_DIAGRAM_VIRTUALLY_FRAME" val="{&quot;height&quot;:98.62198935267125,&quot;left&quot;:128.4340157480315,&quot;top&quot;:290.29598425196855,&quot;width&quot;:687.4873228346457}"/>
</p:tagLst>
</file>

<file path=ppt/tags/tag27.xml><?xml version="1.0" encoding="utf-8"?>
<p:tagLst xmlns:p="http://schemas.openxmlformats.org/presentationml/2006/main">
  <p:tag name="KSO_WM_DIAGRAM_VIRTUALLY_FRAME" val="{&quot;height&quot;:98.62198935267125,&quot;left&quot;:128.4340157480315,&quot;top&quot;:290.29598425196855,&quot;width&quot;:687.4873228346457}"/>
</p:tagLst>
</file>

<file path=ppt/tags/tag28.xml><?xml version="1.0" encoding="utf-8"?>
<p:tagLst xmlns:p="http://schemas.openxmlformats.org/presentationml/2006/main">
  <p:tag name="KSO_WM_DIAGRAM_VIRTUALLY_FRAME" val="{&quot;height&quot;:98.62198935267125,&quot;left&quot;:128.4340157480315,&quot;top&quot;:290.29598425196855,&quot;width&quot;:687.4873228346457}"/>
</p:tagLst>
</file>

<file path=ppt/tags/tag29.xml><?xml version="1.0" encoding="utf-8"?>
<p:tagLst xmlns:p="http://schemas.openxmlformats.org/presentationml/2006/main">
  <p:tag name="KSO_WM_DIAGRAM_VIRTUALLY_FRAME" val="{&quot;height&quot;:98.62198935267125,&quot;left&quot;:128.4340157480315,&quot;top&quot;:290.29598425196855,&quot;width&quot;:687.4873228346457}"/>
</p:tagLst>
</file>

<file path=ppt/tags/tag30.xml><?xml version="1.0" encoding="utf-8"?>
<p:tagLst xmlns:p="http://schemas.openxmlformats.org/presentationml/2006/main">
  <p:tag name="KSO_WM_DIAGRAM_VIRTUALLY_FRAME" val="{&quot;height&quot;:98.62198935267125,&quot;left&quot;:128.4340157480315,&quot;top&quot;:290.29598425196855,&quot;width&quot;:687.4873228346457}"/>
</p:tagLst>
</file>

<file path=ppt/tags/tag31.xml><?xml version="1.0" encoding="utf-8"?>
<p:tagLst xmlns:p="http://schemas.openxmlformats.org/presentationml/2006/main">
  <p:tag name="KSO_WM_DIAGRAM_VIRTUALLY_FRAME" val="{&quot;height&quot;:98.62198935267125,&quot;left&quot;:128.4340157480315,&quot;top&quot;:290.29598425196855,&quot;width&quot;:687.4873228346457}"/>
</p:tagLst>
</file>

<file path=ppt/tags/tag32.xml><?xml version="1.0" encoding="utf-8"?>
<p:tagLst xmlns:p="http://schemas.openxmlformats.org/presentationml/2006/main">
  <p:tag name="KSO_WM_DIAGRAM_VIRTUALLY_FRAME" val="{&quot;height&quot;:98.62198935267125,&quot;left&quot;:128.4340157480315,&quot;top&quot;:290.29598425196855,&quot;width&quot;:687.4873228346457}"/>
</p:tagLst>
</file>

<file path=ppt/tags/tag33.xml><?xml version="1.0" encoding="utf-8"?>
<p:tagLst xmlns:p="http://schemas.openxmlformats.org/presentationml/2006/main">
  <p:tag name="KSO_WM_DIAGRAM_VIRTUALLY_FRAME" val="{&quot;height&quot;:98.62198935267125,&quot;left&quot;:128.4340157480315,&quot;top&quot;:290.29598425196855,&quot;width&quot;:687.4873228346457}"/>
</p:tagLst>
</file>

<file path=ppt/tags/tag34.xml><?xml version="1.0" encoding="utf-8"?>
<p:tagLst xmlns:p="http://schemas.openxmlformats.org/presentationml/2006/main">
  <p:tag name="KSO_WM_DIAGRAM_VIRTUALLY_FRAME" val="{&quot;height&quot;:98.62198935267125,&quot;left&quot;:128.4340157480315,&quot;top&quot;:290.29598425196855,&quot;width&quot;:687.4873228346457}"/>
</p:tagLst>
</file>

<file path=ppt/tags/tag35.xml><?xml version="1.0" encoding="utf-8"?>
<p:tagLst xmlns:p="http://schemas.openxmlformats.org/presentationml/2006/main">
  <p:tag name="KSO_WM_DIAGRAM_VIRTUALLY_FRAME" val="{&quot;height&quot;:98.62198935267125,&quot;left&quot;:128.4340157480315,&quot;top&quot;:290.29598425196855,&quot;width&quot;:687.4873228346457}"/>
</p:tagLst>
</file>

<file path=ppt/tags/tag36.xml><?xml version="1.0" encoding="utf-8"?>
<p:tagLst xmlns:p="http://schemas.openxmlformats.org/presentationml/2006/main">
  <p:tag name="KSO_WM_DIAGRAM_VIRTUALLY_FRAME" val="{&quot;height&quot;:98.62198935267125,&quot;left&quot;:128.4340157480315,&quot;top&quot;:290.29598425196855,&quot;width&quot;:687.4873228346457}"/>
</p:tagLst>
</file>

<file path=ppt/tags/tag37.xml><?xml version="1.0" encoding="utf-8"?>
<p:tagLst xmlns:p="http://schemas.openxmlformats.org/presentationml/2006/main">
  <p:tag name="KSO_WM_DIAGRAM_VIRTUALLY_FRAME" val="{&quot;height&quot;:98.62198935267125,&quot;left&quot;:128.4340157480315,&quot;top&quot;:290.29598425196855,&quot;width&quot;:687.4873228346457}"/>
</p:tagLst>
</file>

<file path=ppt/tags/tag38.xml><?xml version="1.0" encoding="utf-8"?>
<p:tagLst xmlns:p="http://schemas.openxmlformats.org/presentationml/2006/main">
  <p:tag name="KSO_WM_DIAGRAM_VIRTUALLY_FRAME" val="{&quot;height&quot;:142.23261668367977,&quot;left&quot;:260.93401574803147,&quot;top&quot;:276.79149606299217,&quot;width&quot;:519.9873228346459}"/>
</p:tagLst>
</file>

<file path=ppt/tags/tag39.xml><?xml version="1.0" encoding="utf-8"?>
<p:tagLst xmlns:p="http://schemas.openxmlformats.org/presentationml/2006/main">
  <p:tag name="KSO_WM_DIAGRAM_VIRTUALLY_FRAME" val="{&quot;height&quot;:142.23261668367977,&quot;left&quot;:260.93401574803147,&quot;top&quot;:276.79149606299217,&quot;width&quot;:519.9873228346459}"/>
</p:tagLst>
</file>

<file path=ppt/tags/tag40.xml><?xml version="1.0" encoding="utf-8"?>
<p:tagLst xmlns:p="http://schemas.openxmlformats.org/presentationml/2006/main">
  <p:tag name="KSO_WM_DIAGRAM_VIRTUALLY_FRAME" val="{&quot;height&quot;:142.23261668367977,&quot;left&quot;:260.93401574803147,&quot;top&quot;:276.79149606299217,&quot;width&quot;:519.9873228346459}"/>
</p:tagLst>
</file>

<file path=ppt/tags/tag41.xml><?xml version="1.0" encoding="utf-8"?>
<p:tagLst xmlns:p="http://schemas.openxmlformats.org/presentationml/2006/main">
  <p:tag name="KSO_WM_DIAGRAM_VIRTUALLY_FRAME" val="{&quot;height&quot;:142.23261668367977,&quot;left&quot;:260.93401574803147,&quot;top&quot;:276.79149606299217,&quot;width&quot;:519.9873228346459}"/>
</p:tagLst>
</file>

<file path=ppt/tags/tag42.xml><?xml version="1.0" encoding="utf-8"?>
<p:tagLst xmlns:p="http://schemas.openxmlformats.org/presentationml/2006/main">
  <p:tag name="KSO_WM_DIAGRAM_VIRTUALLY_FRAME" val="{&quot;height&quot;:142.23261668367977,&quot;left&quot;:260.93401574803147,&quot;top&quot;:276.79149606299217,&quot;width&quot;:519.9873228346459}"/>
</p:tagLst>
</file>

<file path=ppt/tags/tag43.xml><?xml version="1.0" encoding="utf-8"?>
<p:tagLst xmlns:p="http://schemas.openxmlformats.org/presentationml/2006/main">
  <p:tag name="KSO_WM_DIAGRAM_VIRTUALLY_FRAME" val="{&quot;height&quot;:142.23261668367977,&quot;left&quot;:260.93401574803147,&quot;top&quot;:276.79149606299217,&quot;width&quot;:519.9873228346459}"/>
</p:tagLst>
</file>

<file path=ppt/tags/tag44.xml><?xml version="1.0" encoding="utf-8"?>
<p:tagLst xmlns:p="http://schemas.openxmlformats.org/presentationml/2006/main">
  <p:tag name="KSO_WM_DIAGRAM_VIRTUALLY_FRAME" val="{&quot;height&quot;:142.23261668367977,&quot;left&quot;:260.93401574803147,&quot;top&quot;:276.79149606299217,&quot;width&quot;:519.9873228346459}"/>
</p:tagLst>
</file>

<file path=ppt/tags/tag45.xml><?xml version="1.0" encoding="utf-8"?>
<p:tagLst xmlns:p="http://schemas.openxmlformats.org/presentationml/2006/main">
  <p:tag name="KSO_WM_DIAGRAM_VIRTUALLY_FRAME" val="{&quot;height&quot;:142.23261668367977,&quot;left&quot;:260.93401574803147,&quot;top&quot;:276.79149606299217,&quot;width&quot;:519.9873228346459}"/>
</p:tagLst>
</file>

<file path=ppt/tags/tag46.xml><?xml version="1.0" encoding="utf-8"?>
<p:tagLst xmlns:p="http://schemas.openxmlformats.org/presentationml/2006/main">
  <p:tag name="KSO_WM_DIAGRAM_VIRTUALLY_FRAME" val="{&quot;height&quot;:142.23261668367977,&quot;left&quot;:260.93401574803147,&quot;top&quot;:276.79149606299217,&quot;width&quot;:519.9873228346459}"/>
</p:tagLst>
</file>

<file path=ppt/tags/tag47.xml><?xml version="1.0" encoding="utf-8"?>
<p:tagLst xmlns:p="http://schemas.openxmlformats.org/presentationml/2006/main">
  <p:tag name="KSO_WM_DIAGRAM_VIRTUALLY_FRAME" val="{&quot;height&quot;:142.23261668367977,&quot;left&quot;:260.93401574803147,&quot;top&quot;:276.79149606299217,&quot;width&quot;:519.9873228346459}"/>
</p:tagLst>
</file>

<file path=ppt/tags/tag48.xml><?xml version="1.0" encoding="utf-8"?>
<p:tagLst xmlns:p="http://schemas.openxmlformats.org/presentationml/2006/main">
  <p:tag name="KSO_WM_DIAGRAM_VIRTUALLY_FRAME" val="{&quot;height&quot;:142.23261668367977,&quot;left&quot;:260.93401574803147,&quot;top&quot;:276.79149606299217,&quot;width&quot;:519.9873228346459}"/>
</p:tagLst>
</file>

<file path=ppt/tags/tag49.xml><?xml version="1.0" encoding="utf-8"?>
<p:tagLst xmlns:p="http://schemas.openxmlformats.org/presentationml/2006/main">
  <p:tag name="KSO_WM_DIAGRAM_VIRTUALLY_FRAME" val="{&quot;height&quot;:142.23261668367977,&quot;left&quot;:260.93401574803147,&quot;top&quot;:276.79149606299217,&quot;width&quot;:519.9873228346459}"/>
</p:tagLst>
</file>

<file path=ppt/tags/tag50.xml><?xml version="1.0" encoding="utf-8"?>
<p:tagLst xmlns:p="http://schemas.openxmlformats.org/presentationml/2006/main">
  <p:tag name="KSO_WM_DIAGRAM_VIRTUALLY_FRAME" val="{&quot;height&quot;:142.23261668367977,&quot;left&quot;:260.93401574803147,&quot;top&quot;:276.79149606299217,&quot;width&quot;:519.9873228346459}"/>
</p:tagLst>
</file>

<file path=ppt/tags/tag51.xml><?xml version="1.0" encoding="utf-8"?>
<p:tagLst xmlns:p="http://schemas.openxmlformats.org/presentationml/2006/main">
  <p:tag name="KSO_WM_DIAGRAM_VIRTUALLY_FRAME" val="{&quot;height&quot;:142.23261668367977,&quot;left&quot;:260.93401574803147,&quot;top&quot;:276.79149606299217,&quot;width&quot;:519.9873228346459}"/>
</p:tagLst>
</file>

<file path=ppt/tags/tag52.xml><?xml version="1.0" encoding="utf-8"?>
<p:tagLst xmlns:p="http://schemas.openxmlformats.org/presentationml/2006/main">
  <p:tag name="KSO_WM_DIAGRAM_VIRTUALLY_FRAME" val="{&quot;height&quot;:142.23261668367977,&quot;left&quot;:260.93401574803147,&quot;top&quot;:276.79149606299217,&quot;width&quot;:519.9873228346459}"/>
</p:tagLst>
</file>

<file path=ppt/tags/tag53.xml><?xml version="1.0" encoding="utf-8"?>
<p:tagLst xmlns:p="http://schemas.openxmlformats.org/presentationml/2006/main">
  <p:tag name="KSO_WM_DIAGRAM_VIRTUALLY_FRAME" val="{&quot;height&quot;:142.23261668367977,&quot;left&quot;:260.93401574803147,&quot;top&quot;:276.79149606299217,&quot;width&quot;:519.9873228346459}"/>
</p:tagLst>
</file>

<file path=ppt/tags/tag54.xml><?xml version="1.0" encoding="utf-8"?>
<p:tagLst xmlns:p="http://schemas.openxmlformats.org/presentationml/2006/main">
  <p:tag name="KSO_WM_DIAGRAM_VIRTUALLY_FRAME" val="{&quot;height&quot;:179.78551181102358,&quot;left&quot;:42.356456692913376,&quot;top&quot;:418.26913385826776,&quot;width&quot;:870.2556692913386}"/>
</p:tagLst>
</file>

<file path=ppt/tags/tag55.xml><?xml version="1.0" encoding="utf-8"?>
<p:tagLst xmlns:p="http://schemas.openxmlformats.org/presentationml/2006/main">
  <p:tag name="KSO_WM_DIAGRAM_VIRTUALLY_FRAME" val="{&quot;height&quot;:179.78551181102358,&quot;left&quot;:42.356456692913376,&quot;top&quot;:418.26913385826776,&quot;width&quot;:870.255669291338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2270</Words>
  <Application>WPS Presentation</Application>
  <PresentationFormat>Widescreen</PresentationFormat>
  <Paragraphs>163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41" baseType="lpstr">
      <vt:lpstr>Arial</vt:lpstr>
      <vt:lpstr>SimSun</vt:lpstr>
      <vt:lpstr>Wingdings</vt:lpstr>
      <vt:lpstr>Glacial Indifference</vt:lpstr>
      <vt:lpstr>Segoe Print</vt:lpstr>
      <vt:lpstr>Roboto</vt:lpstr>
      <vt:lpstr>Jost</vt:lpstr>
      <vt:lpstr>Poppins</vt:lpstr>
      <vt:lpstr>Open Sans SemiBold</vt:lpstr>
      <vt:lpstr>Times New Roman</vt:lpstr>
      <vt:lpstr>Calibri</vt:lpstr>
      <vt:lpstr>Roboto</vt:lpstr>
      <vt:lpstr>Roboto Condensed</vt:lpstr>
      <vt:lpstr>Poppins Light</vt:lpstr>
      <vt:lpstr>Inter</vt:lpstr>
      <vt:lpstr>Poppins</vt:lpstr>
      <vt:lpstr>Microsoft YaHei</vt:lpstr>
      <vt:lpstr>Arial Unicode MS</vt:lpstr>
      <vt:lpstr>Calibri Light</vt:lpstr>
      <vt:lpstr>Wide Latin</vt:lpstr>
      <vt:lpstr>MV Boli</vt:lpstr>
      <vt:lpstr>Lato</vt:lpstr>
      <vt:lpstr>Manrope ExtraBold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Mohamed Arshad</cp:lastModifiedBy>
  <cp:revision>73</cp:revision>
  <dcterms:created xsi:type="dcterms:W3CDTF">2023-09-12T06:51:00Z</dcterms:created>
  <dcterms:modified xsi:type="dcterms:W3CDTF">2025-12-02T12:48:42Z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781011E816794BE9871557211070EDEE_12</vt:lpwstr>
  </property>
  <property fmtid="{D5CDD505-2E9C-101B-9397-08002B2CF9AE}" pid="3" name="KSOProductBuildVer">
    <vt:lpwstr>1033-12.2.0.23155</vt:lpwstr>
  </property>
</Properties>
</file>